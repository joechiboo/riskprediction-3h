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2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7CC361-F06B-4E5F-B5B5-E97666DBAB1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8DAA079D-F2BF-408F-884D-2ED59EB562ED}">
      <dgm:prSet phldrT="[文字]"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原始健檢資料</a:t>
          </a:r>
          <a:r>
            <a:rPr lang="en-US" altLang="zh-TW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/>
          </a:r>
          <a:br>
            <a:rPr lang="en-US" altLang="zh-TW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</a:b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（縱貫追蹤，約 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2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年一次）</a:t>
          </a:r>
          <a:endParaRPr lang="zh-TW" altLang="en-US" sz="10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E39AAE0E-07AF-48E3-8CED-B5C8CA5847CB}" type="parTrans" cxnId="{B85CD87F-5952-4C67-AB73-76D3C8DD2230}">
      <dgm:prSet/>
      <dgm:spPr/>
      <dgm:t>
        <a:bodyPr/>
        <a:lstStyle/>
        <a:p>
          <a:endParaRPr lang="zh-TW" altLang="en-US"/>
        </a:p>
      </dgm:t>
    </dgm:pt>
    <dgm:pt modelId="{D908EF3B-178F-41B0-9F40-F9B8587796E4}" type="sibTrans" cxnId="{B85CD87F-5952-4C67-AB73-76D3C8DD2230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zh-TW" altLang="en-US" sz="100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FC5C94F3-A090-48AC-8706-0A89BEED4BAE}">
      <dgm:prSet phldrT="[文字]"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模型建立與評估                               </a:t>
          </a:r>
        </a:p>
        <a:p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5-Fold </a:t>
          </a:r>
          <a:r>
            <a:rPr lang="en-US" altLang="en-US" sz="1000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StratifiedGroupKFold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交叉驗證</a:t>
          </a:r>
        </a:p>
        <a:p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模型訓練（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LR, DT, RF, </a:t>
          </a:r>
          <a:r>
            <a:rPr lang="en-US" altLang="en-US" sz="1000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XGBoost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, MLP, SVM,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符號回歸）</a:t>
          </a:r>
        </a:p>
        <a:p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效能評估（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AUC, Sensitivity, Specificity, F1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</a:t>
          </a:r>
        </a:p>
        <a:p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消融實驗（</a:t>
          </a:r>
          <a:r>
            <a:rPr lang="el-GR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Δ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特徵、</a:t>
          </a:r>
          <a:r>
            <a:rPr lang="en-US" altLang="en-US" sz="1000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class_weight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</a:t>
          </a:r>
        </a:p>
        <a:p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可解釋性分析（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SHAP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</a:t>
          </a:r>
          <a:endParaRPr lang="zh-TW" altLang="en-US" sz="10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849BA891-DB09-4AB5-B2C8-BFA9C0606FDF}" type="parTrans" cxnId="{95B60327-313E-4C2B-BAD2-4553E5EBB11C}">
      <dgm:prSet/>
      <dgm:spPr/>
      <dgm:t>
        <a:bodyPr/>
        <a:lstStyle/>
        <a:p>
          <a:endParaRPr lang="zh-TW" altLang="en-US"/>
        </a:p>
      </dgm:t>
    </dgm:pt>
    <dgm:pt modelId="{BE6D7D6D-00DC-4AC4-90D1-7B32F66C3889}" type="sibTrans" cxnId="{95B60327-313E-4C2B-BAD2-4553E5EBB11C}">
      <dgm:prSet/>
      <dgm:spPr/>
      <dgm:t>
        <a:bodyPr/>
        <a:lstStyle/>
        <a:p>
          <a:endParaRPr lang="zh-TW" altLang="en-US"/>
        </a:p>
      </dgm:t>
    </dgm:pt>
    <dgm:pt modelId="{CBC33835-6CA6-42A8-A5D3-B4B5DF764973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資料前處理</a:t>
          </a:r>
        </a:p>
        <a:p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篩選符合條件的受檢者（至少 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3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次健檢紀錄）</a:t>
          </a:r>
        </a:p>
        <a:p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滑動窗口法擴增樣本</a:t>
          </a:r>
        </a:p>
        <a:p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定義目標變數（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Y0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時間點的三高狀態）</a:t>
          </a:r>
          <a:endParaRPr lang="zh-TW" altLang="en-US" sz="10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E23BA6DC-EDE3-4C87-9BED-D108281A22C0}" type="parTrans" cxnId="{48144A4D-8C8E-4395-B7B6-F4AE9D73D40F}">
      <dgm:prSet/>
      <dgm:spPr/>
      <dgm:t>
        <a:bodyPr/>
        <a:lstStyle/>
        <a:p>
          <a:endParaRPr lang="zh-TW" altLang="en-US"/>
        </a:p>
      </dgm:t>
    </dgm:pt>
    <dgm:pt modelId="{BC70E0B3-AE85-4146-AE12-8CD26A4E378A}" type="sibTrans" cxnId="{48144A4D-8C8E-4395-B7B6-F4AE9D73D40F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zh-TW" altLang="en-US" sz="100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75BDFA32-03C6-4D56-B113-6147AEC17C6E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特徵工程                                   </a:t>
          </a:r>
        </a:p>
        <a:p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Y-2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時間點特徵（基線值）</a:t>
          </a:r>
        </a:p>
        <a:p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Y-1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時間點特徵（最近一次健檢值）</a:t>
          </a:r>
        </a:p>
        <a:p>
          <a:r>
            <a:rPr lang="el-GR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Δ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特徵（</a:t>
          </a:r>
          <a:r>
            <a:rPr lang="en-US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Y-1 − Y-2 </a:t>
          </a:r>
          <a:r>
            <a:rPr lang="zh-TW" altLang="en-US" sz="1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變化量）</a:t>
          </a:r>
          <a:endParaRPr lang="zh-TW" altLang="en-US" sz="10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917B0EB0-D580-49AC-9220-6C2E318AD135}" type="parTrans" cxnId="{645ABF94-D37A-4466-8A59-1BD87827364C}">
      <dgm:prSet/>
      <dgm:spPr/>
      <dgm:t>
        <a:bodyPr/>
        <a:lstStyle/>
        <a:p>
          <a:endParaRPr lang="zh-TW" altLang="en-US"/>
        </a:p>
      </dgm:t>
    </dgm:pt>
    <dgm:pt modelId="{E77EC3D4-2DA6-44E0-A63D-18A3E98E5CEE}" type="sibTrans" cxnId="{645ABF94-D37A-4466-8A59-1BD87827364C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endParaRPr lang="zh-TW" altLang="en-US" sz="100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C7E99439-D27B-4B45-ABC2-89AD7A77C3B2}" type="pres">
      <dgm:prSet presAssocID="{737CC361-F06B-4E5F-B5B5-E97666DBAB1B}" presName="linearFlow" presStyleCnt="0">
        <dgm:presLayoutVars>
          <dgm:resizeHandles val="exact"/>
        </dgm:presLayoutVars>
      </dgm:prSet>
      <dgm:spPr/>
    </dgm:pt>
    <dgm:pt modelId="{FBB9845B-A027-464F-92EF-3B81329B509C}" type="pres">
      <dgm:prSet presAssocID="{8DAA079D-F2BF-408F-884D-2ED59EB562ED}" presName="node" presStyleLbl="node1" presStyleIdx="0" presStyleCnt="4" custScaleX="11700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B0D91F0-F793-4E54-9810-4CE04E50E3B6}" type="pres">
      <dgm:prSet presAssocID="{D908EF3B-178F-41B0-9F40-F9B8587796E4}" presName="sibTrans" presStyleLbl="sibTrans2D1" presStyleIdx="0" presStyleCnt="3"/>
      <dgm:spPr/>
      <dgm:t>
        <a:bodyPr/>
        <a:lstStyle/>
        <a:p>
          <a:endParaRPr lang="zh-TW" altLang="en-US"/>
        </a:p>
      </dgm:t>
    </dgm:pt>
    <dgm:pt modelId="{10749F5C-DFF1-4D94-9CFF-2FF8F082E39A}" type="pres">
      <dgm:prSet presAssocID="{D908EF3B-178F-41B0-9F40-F9B8587796E4}" presName="connectorText" presStyleLbl="sibTrans2D1" presStyleIdx="0" presStyleCnt="3"/>
      <dgm:spPr/>
      <dgm:t>
        <a:bodyPr/>
        <a:lstStyle/>
        <a:p>
          <a:endParaRPr lang="zh-TW" altLang="en-US"/>
        </a:p>
      </dgm:t>
    </dgm:pt>
    <dgm:pt modelId="{FDE6F87F-F01D-4958-B5DC-B7125E261495}" type="pres">
      <dgm:prSet presAssocID="{CBC33835-6CA6-42A8-A5D3-B4B5DF764973}" presName="node" presStyleLbl="node1" presStyleIdx="1" presStyleCnt="4" custScaleX="11700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6E5799D-2FD4-41A7-A468-2DF7852208F2}" type="pres">
      <dgm:prSet presAssocID="{BC70E0B3-AE85-4146-AE12-8CD26A4E378A}" presName="sibTrans" presStyleLbl="sibTrans2D1" presStyleIdx="1" presStyleCnt="3"/>
      <dgm:spPr/>
      <dgm:t>
        <a:bodyPr/>
        <a:lstStyle/>
        <a:p>
          <a:endParaRPr lang="zh-TW" altLang="en-US"/>
        </a:p>
      </dgm:t>
    </dgm:pt>
    <dgm:pt modelId="{EE32FD68-DB45-42BC-96CA-0D968298BA48}" type="pres">
      <dgm:prSet presAssocID="{BC70E0B3-AE85-4146-AE12-8CD26A4E378A}" presName="connectorText" presStyleLbl="sibTrans2D1" presStyleIdx="1" presStyleCnt="3"/>
      <dgm:spPr/>
      <dgm:t>
        <a:bodyPr/>
        <a:lstStyle/>
        <a:p>
          <a:endParaRPr lang="zh-TW" altLang="en-US"/>
        </a:p>
      </dgm:t>
    </dgm:pt>
    <dgm:pt modelId="{97C09938-7EF6-4761-97A9-52DA624C4454}" type="pres">
      <dgm:prSet presAssocID="{75BDFA32-03C6-4D56-B113-6147AEC17C6E}" presName="node" presStyleLbl="node1" presStyleIdx="2" presStyleCnt="4" custScaleX="11700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27E9C2C-2BEF-4059-9B08-404786024CEE}" type="pres">
      <dgm:prSet presAssocID="{E77EC3D4-2DA6-44E0-A63D-18A3E98E5CEE}" presName="sibTrans" presStyleLbl="sibTrans2D1" presStyleIdx="2" presStyleCnt="3"/>
      <dgm:spPr/>
      <dgm:t>
        <a:bodyPr/>
        <a:lstStyle/>
        <a:p>
          <a:endParaRPr lang="zh-TW" altLang="en-US"/>
        </a:p>
      </dgm:t>
    </dgm:pt>
    <dgm:pt modelId="{7CC99EA3-82F8-417B-85D9-320F818030B3}" type="pres">
      <dgm:prSet presAssocID="{E77EC3D4-2DA6-44E0-A63D-18A3E98E5CEE}" presName="connectorText" presStyleLbl="sibTrans2D1" presStyleIdx="2" presStyleCnt="3"/>
      <dgm:spPr/>
      <dgm:t>
        <a:bodyPr/>
        <a:lstStyle/>
        <a:p>
          <a:endParaRPr lang="zh-TW" altLang="en-US"/>
        </a:p>
      </dgm:t>
    </dgm:pt>
    <dgm:pt modelId="{BEB50BA1-020F-4EC8-A516-0D6F0F857114}" type="pres">
      <dgm:prSet presAssocID="{FC5C94F3-A090-48AC-8706-0A89BEED4BAE}" presName="node" presStyleLbl="node1" presStyleIdx="3" presStyleCnt="4" custScaleX="11700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CAA08E66-F757-4495-889B-C652D4F0C766}" type="presOf" srcId="{BC70E0B3-AE85-4146-AE12-8CD26A4E378A}" destId="{EE32FD68-DB45-42BC-96CA-0D968298BA48}" srcOrd="1" destOrd="0" presId="urn:microsoft.com/office/officeart/2005/8/layout/process2"/>
    <dgm:cxn modelId="{E4EE22D4-B03A-4F34-BE6E-302B413AA315}" type="presOf" srcId="{75BDFA32-03C6-4D56-B113-6147AEC17C6E}" destId="{97C09938-7EF6-4761-97A9-52DA624C4454}" srcOrd="0" destOrd="0" presId="urn:microsoft.com/office/officeart/2005/8/layout/process2"/>
    <dgm:cxn modelId="{C6089E42-87BB-4F26-A16B-65E66A1D28E5}" type="presOf" srcId="{FC5C94F3-A090-48AC-8706-0A89BEED4BAE}" destId="{BEB50BA1-020F-4EC8-A516-0D6F0F857114}" srcOrd="0" destOrd="0" presId="urn:microsoft.com/office/officeart/2005/8/layout/process2"/>
    <dgm:cxn modelId="{B85CD87F-5952-4C67-AB73-76D3C8DD2230}" srcId="{737CC361-F06B-4E5F-B5B5-E97666DBAB1B}" destId="{8DAA079D-F2BF-408F-884D-2ED59EB562ED}" srcOrd="0" destOrd="0" parTransId="{E39AAE0E-07AF-48E3-8CED-B5C8CA5847CB}" sibTransId="{D908EF3B-178F-41B0-9F40-F9B8587796E4}"/>
    <dgm:cxn modelId="{5174D91D-0FDF-4DD0-AC2E-5167C06FD09E}" type="presOf" srcId="{8DAA079D-F2BF-408F-884D-2ED59EB562ED}" destId="{FBB9845B-A027-464F-92EF-3B81329B509C}" srcOrd="0" destOrd="0" presId="urn:microsoft.com/office/officeart/2005/8/layout/process2"/>
    <dgm:cxn modelId="{645ABF94-D37A-4466-8A59-1BD87827364C}" srcId="{737CC361-F06B-4E5F-B5B5-E97666DBAB1B}" destId="{75BDFA32-03C6-4D56-B113-6147AEC17C6E}" srcOrd="2" destOrd="0" parTransId="{917B0EB0-D580-49AC-9220-6C2E318AD135}" sibTransId="{E77EC3D4-2DA6-44E0-A63D-18A3E98E5CEE}"/>
    <dgm:cxn modelId="{0BC6A778-B549-48B9-A693-C6EEBDB358AC}" type="presOf" srcId="{E77EC3D4-2DA6-44E0-A63D-18A3E98E5CEE}" destId="{C27E9C2C-2BEF-4059-9B08-404786024CEE}" srcOrd="0" destOrd="0" presId="urn:microsoft.com/office/officeart/2005/8/layout/process2"/>
    <dgm:cxn modelId="{2EC81A44-809B-4648-A642-85C11FB64E4D}" type="presOf" srcId="{D908EF3B-178F-41B0-9F40-F9B8587796E4}" destId="{10749F5C-DFF1-4D94-9CFF-2FF8F082E39A}" srcOrd="1" destOrd="0" presId="urn:microsoft.com/office/officeart/2005/8/layout/process2"/>
    <dgm:cxn modelId="{A06B7D2F-0EBC-4094-A21A-36B4C0CCEE7C}" type="presOf" srcId="{CBC33835-6CA6-42A8-A5D3-B4B5DF764973}" destId="{FDE6F87F-F01D-4958-B5DC-B7125E261495}" srcOrd="0" destOrd="0" presId="urn:microsoft.com/office/officeart/2005/8/layout/process2"/>
    <dgm:cxn modelId="{F34CB7DE-6AAA-4D28-A9F7-A824C26CC4D2}" type="presOf" srcId="{E77EC3D4-2DA6-44E0-A63D-18A3E98E5CEE}" destId="{7CC99EA3-82F8-417B-85D9-320F818030B3}" srcOrd="1" destOrd="0" presId="urn:microsoft.com/office/officeart/2005/8/layout/process2"/>
    <dgm:cxn modelId="{5E685FF7-0F6A-45C7-936A-BE85202C3666}" type="presOf" srcId="{D908EF3B-178F-41B0-9F40-F9B8587796E4}" destId="{9B0D91F0-F793-4E54-9810-4CE04E50E3B6}" srcOrd="0" destOrd="0" presId="urn:microsoft.com/office/officeart/2005/8/layout/process2"/>
    <dgm:cxn modelId="{4810F4D6-F03C-4DEF-9A17-E262B693A741}" type="presOf" srcId="{BC70E0B3-AE85-4146-AE12-8CD26A4E378A}" destId="{C6E5799D-2FD4-41A7-A468-2DF7852208F2}" srcOrd="0" destOrd="0" presId="urn:microsoft.com/office/officeart/2005/8/layout/process2"/>
    <dgm:cxn modelId="{CBDEB2B1-48E6-4087-B023-6148893FCDD5}" type="presOf" srcId="{737CC361-F06B-4E5F-B5B5-E97666DBAB1B}" destId="{C7E99439-D27B-4B45-ABC2-89AD7A77C3B2}" srcOrd="0" destOrd="0" presId="urn:microsoft.com/office/officeart/2005/8/layout/process2"/>
    <dgm:cxn modelId="{48144A4D-8C8E-4395-B7B6-F4AE9D73D40F}" srcId="{737CC361-F06B-4E5F-B5B5-E97666DBAB1B}" destId="{CBC33835-6CA6-42A8-A5D3-B4B5DF764973}" srcOrd="1" destOrd="0" parTransId="{E23BA6DC-EDE3-4C87-9BED-D108281A22C0}" sibTransId="{BC70E0B3-AE85-4146-AE12-8CD26A4E378A}"/>
    <dgm:cxn modelId="{95B60327-313E-4C2B-BAD2-4553E5EBB11C}" srcId="{737CC361-F06B-4E5F-B5B5-E97666DBAB1B}" destId="{FC5C94F3-A090-48AC-8706-0A89BEED4BAE}" srcOrd="3" destOrd="0" parTransId="{849BA891-DB09-4AB5-B2C8-BFA9C0606FDF}" sibTransId="{BE6D7D6D-00DC-4AC4-90D1-7B32F66C3889}"/>
    <dgm:cxn modelId="{C00330F2-A16E-4783-9CDD-9C757E07AE3E}" type="presParOf" srcId="{C7E99439-D27B-4B45-ABC2-89AD7A77C3B2}" destId="{FBB9845B-A027-464F-92EF-3B81329B509C}" srcOrd="0" destOrd="0" presId="urn:microsoft.com/office/officeart/2005/8/layout/process2"/>
    <dgm:cxn modelId="{38325FF0-36C6-42E2-8148-1870D401009F}" type="presParOf" srcId="{C7E99439-D27B-4B45-ABC2-89AD7A77C3B2}" destId="{9B0D91F0-F793-4E54-9810-4CE04E50E3B6}" srcOrd="1" destOrd="0" presId="urn:microsoft.com/office/officeart/2005/8/layout/process2"/>
    <dgm:cxn modelId="{7FB0D735-6704-4AED-AF61-EB58A49FDC45}" type="presParOf" srcId="{9B0D91F0-F793-4E54-9810-4CE04E50E3B6}" destId="{10749F5C-DFF1-4D94-9CFF-2FF8F082E39A}" srcOrd="0" destOrd="0" presId="urn:microsoft.com/office/officeart/2005/8/layout/process2"/>
    <dgm:cxn modelId="{E119C3DE-FD28-4297-AE1F-1E0B34EC1F4B}" type="presParOf" srcId="{C7E99439-D27B-4B45-ABC2-89AD7A77C3B2}" destId="{FDE6F87F-F01D-4958-B5DC-B7125E261495}" srcOrd="2" destOrd="0" presId="urn:microsoft.com/office/officeart/2005/8/layout/process2"/>
    <dgm:cxn modelId="{DD3DC148-30BD-4C6E-90C2-E9EA1F0F6EC6}" type="presParOf" srcId="{C7E99439-D27B-4B45-ABC2-89AD7A77C3B2}" destId="{C6E5799D-2FD4-41A7-A468-2DF7852208F2}" srcOrd="3" destOrd="0" presId="urn:microsoft.com/office/officeart/2005/8/layout/process2"/>
    <dgm:cxn modelId="{89B845E4-32A4-421A-93A0-49ADB0B4879A}" type="presParOf" srcId="{C6E5799D-2FD4-41A7-A468-2DF7852208F2}" destId="{EE32FD68-DB45-42BC-96CA-0D968298BA48}" srcOrd="0" destOrd="0" presId="urn:microsoft.com/office/officeart/2005/8/layout/process2"/>
    <dgm:cxn modelId="{F286B46B-477E-4350-AA88-79D0E1E7C8AF}" type="presParOf" srcId="{C7E99439-D27B-4B45-ABC2-89AD7A77C3B2}" destId="{97C09938-7EF6-4761-97A9-52DA624C4454}" srcOrd="4" destOrd="0" presId="urn:microsoft.com/office/officeart/2005/8/layout/process2"/>
    <dgm:cxn modelId="{06D713F6-4CF5-4965-B857-1F956D083EB1}" type="presParOf" srcId="{C7E99439-D27B-4B45-ABC2-89AD7A77C3B2}" destId="{C27E9C2C-2BEF-4059-9B08-404786024CEE}" srcOrd="5" destOrd="0" presId="urn:microsoft.com/office/officeart/2005/8/layout/process2"/>
    <dgm:cxn modelId="{20A5CF20-5DB8-4334-A140-00D61A3C1FE8}" type="presParOf" srcId="{C27E9C2C-2BEF-4059-9B08-404786024CEE}" destId="{7CC99EA3-82F8-417B-85D9-320F818030B3}" srcOrd="0" destOrd="0" presId="urn:microsoft.com/office/officeart/2005/8/layout/process2"/>
    <dgm:cxn modelId="{FFE91AD9-607C-49EC-8511-157F72FCBC7F}" type="presParOf" srcId="{C7E99439-D27B-4B45-ABC2-89AD7A77C3B2}" destId="{BEB50BA1-020F-4EC8-A516-0D6F0F857114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D9FE41-73BC-40EF-BC24-17E24345C11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C0379C3D-44CF-4B46-B585-05D4CA04D08F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zh-TW" altLang="en-US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預測模型</a:t>
          </a:r>
          <a:endParaRPr lang="zh-TW" altLang="en-US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10912338-BE3D-4008-A98C-20FF266BA640}" type="parTrans" cxnId="{12269922-752E-4FFE-ADBE-32E860FDD1EC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B47AC820-1576-44FE-B75A-462F9A3E1A9E}" type="sibTrans" cxnId="{12269922-752E-4FFE-ADBE-32E860FDD1EC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E5CCB25E-C655-4324-8217-14EF320224DF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zh-TW" altLang="en-US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傳統統計</a:t>
          </a:r>
          <a:endParaRPr lang="en-US" altLang="zh-TW" dirty="0" smtClean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C6313A3D-C187-4442-A89E-4A7FE10EBD0B}" type="parTrans" cxnId="{37C086BA-50A8-48A6-BC88-F57613CE337F}">
      <dgm:prSet/>
      <dgm:spPr>
        <a:noFill/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F2E2BC6B-9378-45F0-9818-1DB3A2541053}" type="sibTrans" cxnId="{37C086BA-50A8-48A6-BC88-F57613CE337F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6C87DEF1-267E-484B-BC33-85913E3EC10F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zh-TW" altLang="en-US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機器學習</a:t>
          </a:r>
          <a:endParaRPr lang="zh-TW" altLang="en-US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F85D92B1-E28E-466A-B1AF-ADDB99C02FC6}" type="parTrans" cxnId="{7EDFCF15-729B-4032-9B17-7ABB32677736}">
      <dgm:prSet/>
      <dgm:spPr>
        <a:noFill/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DE255746-BC0D-4C76-8C21-7DB9F286F9DD}" type="sibTrans" cxnId="{7EDFCF15-729B-4032-9B17-7ABB32677736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F6631F0D-4003-4FCC-A63D-7640B86D3CF7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altLang="zh-TW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LR</a:t>
          </a:r>
        </a:p>
      </dgm:t>
    </dgm:pt>
    <dgm:pt modelId="{8D222D37-B8A0-43AD-9933-E6199901A620}" type="parTrans" cxnId="{7CF64986-F992-4523-93C3-5C373F05369E}">
      <dgm:prSet/>
      <dgm:spPr>
        <a:noFill/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3614496C-0600-46E1-9F6D-6FA1F7F4EDF8}" type="sibTrans" cxnId="{7CF64986-F992-4523-93C3-5C373F05369E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ACA71FF6-43D1-4D9C-8997-F22E3A014CCA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altLang="zh-TW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NB</a:t>
          </a:r>
        </a:p>
      </dgm:t>
    </dgm:pt>
    <dgm:pt modelId="{9F725B02-6E85-4887-8D8B-9306B1D3AB18}" type="parTrans" cxnId="{586F05A7-8C5A-4A3F-8306-5868E0C9DBC3}">
      <dgm:prSet/>
      <dgm:spPr>
        <a:noFill/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C39592C2-B966-4C4F-B193-F1D61E4F2F4C}" type="sibTrans" cxnId="{586F05A7-8C5A-4A3F-8306-5868E0C9DBC3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DBA5AD7A-C2C2-47CC-9C41-F03684C8A584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altLang="zh-TW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LDA</a:t>
          </a:r>
        </a:p>
      </dgm:t>
    </dgm:pt>
    <dgm:pt modelId="{DC6511A6-2DC1-4CCB-86DB-BEFDAB64DDE4}" type="parTrans" cxnId="{8DB37ED5-3602-4C34-885E-F678559BCBC9}">
      <dgm:prSet/>
      <dgm:spPr>
        <a:noFill/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8B91D15F-64A3-4AD7-8589-73646BCC8EA1}" type="sibTrans" cxnId="{8DB37ED5-3602-4C34-885E-F678559BCBC9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847724BD-9062-4C15-867D-9A40745D5942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altLang="zh-TW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KNN</a:t>
          </a:r>
          <a:endParaRPr lang="zh-TW" altLang="en-US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D21D1992-ADB0-4EF0-93AB-1E9F75434F52}" type="parTrans" cxnId="{A27B3C5F-DB75-41A4-8EBB-84770534D6B1}">
      <dgm:prSet/>
      <dgm:spPr>
        <a:noFill/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B070D5F0-61D4-4887-B12C-43BBA3301FE4}" type="sibTrans" cxnId="{A27B3C5F-DB75-41A4-8EBB-84770534D6B1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422C33F5-672E-4B0C-B552-ED3DD9F2941B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altLang="zh-TW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DT</a:t>
          </a:r>
          <a:endParaRPr lang="zh-TW" altLang="en-US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A9C07280-0A72-472E-BE76-F36D22C350B5}" type="parTrans" cxnId="{4F6B3212-C6D6-4F95-A1D1-266E5480D278}">
      <dgm:prSet/>
      <dgm:spPr>
        <a:noFill/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A03C0CAF-CC62-4B51-9DF9-C3283A2C0FD4}" type="sibTrans" cxnId="{4F6B3212-C6D6-4F95-A1D1-266E5480D278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65C778D0-7669-4D4B-B4D6-4CD1381A0BF3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zh-TW" altLang="en-US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符號回歸</a:t>
          </a:r>
          <a:endParaRPr lang="zh-TW" altLang="en-US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BECAC3D4-83DB-447E-8C69-B505D93CDF0D}" type="sibTrans" cxnId="{CE1CDD17-E178-411D-94F9-139C7C4277D5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7ADADAE6-FA49-433C-B86B-563F2A7A34E3}" type="parTrans" cxnId="{CE1CDD17-E178-411D-94F9-139C7C4277D5}">
      <dgm:prSet/>
      <dgm:spPr>
        <a:noFill/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1256CB85-BA23-4513-9CCD-B3AE1CAF87CC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altLang="zh-TW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SR</a:t>
          </a:r>
          <a:endParaRPr lang="zh-TW" altLang="en-US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F5F23906-48D7-4EF9-A256-60463F51DB60}" type="parTrans" cxnId="{59C40AFD-10D9-4E4B-BECD-6F06668E797D}">
      <dgm:prSet/>
      <dgm:spPr>
        <a:noFill/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ADBE4A46-BE9F-481C-B56C-B6B8EDD11E1E}" type="sibTrans" cxnId="{59C40AFD-10D9-4E4B-BECD-6F06668E797D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1140E081-3CE3-4E40-84D1-D5CCA58BE7C7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altLang="zh-TW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RF</a:t>
          </a:r>
          <a:endParaRPr lang="zh-TW" altLang="en-US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97DF12F3-EBEE-4710-B22F-47A71C2D3BA0}" type="parTrans" cxnId="{7C069E50-9694-4531-B7A2-74D41359417F}">
      <dgm:prSet/>
      <dgm:spPr>
        <a:noFill/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C5F6C251-A1A6-4005-9D84-BF0C1D14B06A}" type="sibTrans" cxnId="{7C069E50-9694-4531-B7A2-74D41359417F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6B759DC2-3439-4108-98CB-B36DA3EC8CED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altLang="zh-TW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XGBoost</a:t>
          </a:r>
          <a:endParaRPr lang="zh-TW" altLang="en-US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9AB43360-E212-49CE-A503-6F806BF9B862}" type="parTrans" cxnId="{1BAA918E-7678-49B1-AE03-270D07DC379C}">
      <dgm:prSet/>
      <dgm:spPr>
        <a:noFill/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3EBA5F64-3216-49C6-895D-1AD7176E6164}" type="sibTrans" cxnId="{1BAA918E-7678-49B1-AE03-270D07DC379C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2F023172-4E61-4511-AFCA-923C95EC486B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altLang="zh-TW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LightGBM</a:t>
          </a:r>
          <a:endParaRPr lang="zh-TW" altLang="en-US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EFAA1426-84F3-4105-B915-EC8BECDA4C5D}" type="parTrans" cxnId="{4003D128-8F10-43A0-B6F3-71131E47FDCF}">
      <dgm:prSet/>
      <dgm:spPr>
        <a:noFill/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623BE7AE-2B15-4D80-8224-B9BB04470764}" type="sibTrans" cxnId="{4003D128-8F10-43A0-B6F3-71131E47FDCF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01E943C2-F60A-4160-9AE4-B70A3B038017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altLang="zh-TW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SVM</a:t>
          </a:r>
          <a:endParaRPr lang="zh-TW" altLang="en-US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02E01EF1-C250-4B76-9AAA-4A4D9BCAEAE0}" type="parTrans" cxnId="{BEE9318E-195B-4B53-BC4C-5CD437085BA5}">
      <dgm:prSet/>
      <dgm:spPr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1E2C944A-0A38-4685-A0BC-3B9082352F80}" type="sibTrans" cxnId="{BEE9318E-195B-4B53-BC4C-5CD437085BA5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1842372B-728C-4BC7-9D83-15230F10A614}">
      <dgm:prSet phldrT="[文字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altLang="zh-TW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MLP</a:t>
          </a:r>
          <a:endParaRPr lang="zh-TW" altLang="en-US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gm:t>
    </dgm:pt>
    <dgm:pt modelId="{8CBAA709-5B5F-4F4E-823F-B523AAB1D352}" type="parTrans" cxnId="{DBCA2FE9-3991-492D-95E4-EAFCD18666FE}">
      <dgm:prSet/>
      <dgm:spPr>
        <a:ln>
          <a:solidFill>
            <a:schemeClr val="tx1"/>
          </a:solidFill>
        </a:ln>
      </dgm:spPr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5A114E51-C5C1-4628-BAD2-613F15CC6CFB}" type="sibTrans" cxnId="{DBCA2FE9-3991-492D-95E4-EAFCD18666FE}">
      <dgm:prSet/>
      <dgm:spPr/>
      <dgm:t>
        <a:bodyPr/>
        <a:lstStyle/>
        <a:p>
          <a:endParaRPr lang="zh-TW" altLang="en-US">
            <a:solidFill>
              <a:schemeClr val="tx1"/>
            </a:solidFill>
          </a:endParaRPr>
        </a:p>
      </dgm:t>
    </dgm:pt>
    <dgm:pt modelId="{7F34AD9F-69E3-46E3-9A0D-23B0CDB74BF3}" type="pres">
      <dgm:prSet presAssocID="{F6D9FE41-73BC-40EF-BC24-17E24345C11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34D71FE7-425F-4EE3-AFDF-AA9C0005EC00}" type="pres">
      <dgm:prSet presAssocID="{C0379C3D-44CF-4B46-B585-05D4CA04D08F}" presName="hierRoot1" presStyleCnt="0">
        <dgm:presLayoutVars>
          <dgm:hierBranch val="init"/>
        </dgm:presLayoutVars>
      </dgm:prSet>
      <dgm:spPr/>
    </dgm:pt>
    <dgm:pt modelId="{F1890DE0-7062-4AEE-90BD-8033034F9ABC}" type="pres">
      <dgm:prSet presAssocID="{C0379C3D-44CF-4B46-B585-05D4CA04D08F}" presName="rootComposite1" presStyleCnt="0"/>
      <dgm:spPr/>
    </dgm:pt>
    <dgm:pt modelId="{1619B013-66DD-4112-A89F-479A43573186}" type="pres">
      <dgm:prSet presAssocID="{C0379C3D-44CF-4B46-B585-05D4CA04D08F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61BDDE93-DD40-4087-A945-D2649C41B8E9}" type="pres">
      <dgm:prSet presAssocID="{C0379C3D-44CF-4B46-B585-05D4CA04D08F}" presName="rootConnector1" presStyleLbl="node1" presStyleIdx="0" presStyleCnt="0"/>
      <dgm:spPr/>
      <dgm:t>
        <a:bodyPr/>
        <a:lstStyle/>
        <a:p>
          <a:endParaRPr lang="zh-TW" altLang="en-US"/>
        </a:p>
      </dgm:t>
    </dgm:pt>
    <dgm:pt modelId="{8441C452-B462-474B-A346-A7EFDCA3D2F1}" type="pres">
      <dgm:prSet presAssocID="{C0379C3D-44CF-4B46-B585-05D4CA04D08F}" presName="hierChild2" presStyleCnt="0"/>
      <dgm:spPr/>
    </dgm:pt>
    <dgm:pt modelId="{3193C511-743D-4E69-9E1D-0740D16ABB9F}" type="pres">
      <dgm:prSet presAssocID="{C6313A3D-C187-4442-A89E-4A7FE10EBD0B}" presName="Name37" presStyleLbl="parChTrans1D2" presStyleIdx="0" presStyleCnt="3"/>
      <dgm:spPr/>
      <dgm:t>
        <a:bodyPr/>
        <a:lstStyle/>
        <a:p>
          <a:endParaRPr lang="zh-TW" altLang="en-US"/>
        </a:p>
      </dgm:t>
    </dgm:pt>
    <dgm:pt modelId="{AEC697C2-71C9-4A4D-B40B-8D6A25D4588F}" type="pres">
      <dgm:prSet presAssocID="{E5CCB25E-C655-4324-8217-14EF320224DF}" presName="hierRoot2" presStyleCnt="0">
        <dgm:presLayoutVars>
          <dgm:hierBranch val="init"/>
        </dgm:presLayoutVars>
      </dgm:prSet>
      <dgm:spPr/>
    </dgm:pt>
    <dgm:pt modelId="{29C8B329-CD3B-4C38-8238-BEF64227BD43}" type="pres">
      <dgm:prSet presAssocID="{E5CCB25E-C655-4324-8217-14EF320224DF}" presName="rootComposite" presStyleCnt="0"/>
      <dgm:spPr/>
    </dgm:pt>
    <dgm:pt modelId="{BE086ED0-A51B-4215-B42F-E94C05C504E5}" type="pres">
      <dgm:prSet presAssocID="{E5CCB25E-C655-4324-8217-14EF320224DF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72AC598E-578D-4A32-8CE1-C7314E12EC37}" type="pres">
      <dgm:prSet presAssocID="{E5CCB25E-C655-4324-8217-14EF320224DF}" presName="rootConnector" presStyleLbl="node2" presStyleIdx="0" presStyleCnt="3"/>
      <dgm:spPr/>
      <dgm:t>
        <a:bodyPr/>
        <a:lstStyle/>
        <a:p>
          <a:endParaRPr lang="zh-TW" altLang="en-US"/>
        </a:p>
      </dgm:t>
    </dgm:pt>
    <dgm:pt modelId="{F6C77B8F-08AB-43F7-A50B-D3EF073FC12A}" type="pres">
      <dgm:prSet presAssocID="{E5CCB25E-C655-4324-8217-14EF320224DF}" presName="hierChild4" presStyleCnt="0"/>
      <dgm:spPr/>
    </dgm:pt>
    <dgm:pt modelId="{E6B87659-DCA8-4621-B7CA-CA955397BA11}" type="pres">
      <dgm:prSet presAssocID="{8D222D37-B8A0-43AD-9933-E6199901A620}" presName="Name37" presStyleLbl="parChTrans1D3" presStyleIdx="0" presStyleCnt="8"/>
      <dgm:spPr/>
      <dgm:t>
        <a:bodyPr/>
        <a:lstStyle/>
        <a:p>
          <a:endParaRPr lang="zh-TW" altLang="en-US"/>
        </a:p>
      </dgm:t>
    </dgm:pt>
    <dgm:pt modelId="{CC374027-09BA-4FC7-8623-E69442FA328E}" type="pres">
      <dgm:prSet presAssocID="{F6631F0D-4003-4FCC-A63D-7640B86D3CF7}" presName="hierRoot2" presStyleCnt="0">
        <dgm:presLayoutVars>
          <dgm:hierBranch val="init"/>
        </dgm:presLayoutVars>
      </dgm:prSet>
      <dgm:spPr/>
    </dgm:pt>
    <dgm:pt modelId="{2AE9A917-15E5-4688-BA26-130AE0D5AACB}" type="pres">
      <dgm:prSet presAssocID="{F6631F0D-4003-4FCC-A63D-7640B86D3CF7}" presName="rootComposite" presStyleCnt="0"/>
      <dgm:spPr/>
    </dgm:pt>
    <dgm:pt modelId="{52D48C03-8467-41A2-BB1B-AA409C672855}" type="pres">
      <dgm:prSet presAssocID="{F6631F0D-4003-4FCC-A63D-7640B86D3CF7}" presName="rootText" presStyleLbl="node3" presStyleIdx="0" presStyleCnt="8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3FE6DC64-57E8-4D54-A2F6-7F35A6B26A3C}" type="pres">
      <dgm:prSet presAssocID="{F6631F0D-4003-4FCC-A63D-7640B86D3CF7}" presName="rootConnector" presStyleLbl="node3" presStyleIdx="0" presStyleCnt="8"/>
      <dgm:spPr/>
      <dgm:t>
        <a:bodyPr/>
        <a:lstStyle/>
        <a:p>
          <a:endParaRPr lang="zh-TW" altLang="en-US"/>
        </a:p>
      </dgm:t>
    </dgm:pt>
    <dgm:pt modelId="{87A74855-54C6-406F-A62A-3F4DC0154CAD}" type="pres">
      <dgm:prSet presAssocID="{F6631F0D-4003-4FCC-A63D-7640B86D3CF7}" presName="hierChild4" presStyleCnt="0"/>
      <dgm:spPr/>
    </dgm:pt>
    <dgm:pt modelId="{108F2F3E-224C-40C0-90FA-92628D65C6E0}" type="pres">
      <dgm:prSet presAssocID="{F6631F0D-4003-4FCC-A63D-7640B86D3CF7}" presName="hierChild5" presStyleCnt="0"/>
      <dgm:spPr/>
    </dgm:pt>
    <dgm:pt modelId="{060ACBB8-EB96-4241-88F8-0A4B28010FA5}" type="pres">
      <dgm:prSet presAssocID="{9F725B02-6E85-4887-8D8B-9306B1D3AB18}" presName="Name37" presStyleLbl="parChTrans1D3" presStyleIdx="1" presStyleCnt="8"/>
      <dgm:spPr/>
      <dgm:t>
        <a:bodyPr/>
        <a:lstStyle/>
        <a:p>
          <a:endParaRPr lang="zh-TW" altLang="en-US"/>
        </a:p>
      </dgm:t>
    </dgm:pt>
    <dgm:pt modelId="{5980EB20-8273-42D1-BD97-ABD17A5CBBD6}" type="pres">
      <dgm:prSet presAssocID="{ACA71FF6-43D1-4D9C-8997-F22E3A014CCA}" presName="hierRoot2" presStyleCnt="0">
        <dgm:presLayoutVars>
          <dgm:hierBranch val="init"/>
        </dgm:presLayoutVars>
      </dgm:prSet>
      <dgm:spPr/>
    </dgm:pt>
    <dgm:pt modelId="{5B352A79-DAF3-4A09-B119-42431B557B32}" type="pres">
      <dgm:prSet presAssocID="{ACA71FF6-43D1-4D9C-8997-F22E3A014CCA}" presName="rootComposite" presStyleCnt="0"/>
      <dgm:spPr/>
    </dgm:pt>
    <dgm:pt modelId="{06EACE6F-B329-4F8A-9DF8-AA96E79B9847}" type="pres">
      <dgm:prSet presAssocID="{ACA71FF6-43D1-4D9C-8997-F22E3A014CCA}" presName="rootText" presStyleLbl="node3" presStyleIdx="1" presStyleCnt="8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88497726-0A8F-4453-B9B5-15C1B21B5E45}" type="pres">
      <dgm:prSet presAssocID="{ACA71FF6-43D1-4D9C-8997-F22E3A014CCA}" presName="rootConnector" presStyleLbl="node3" presStyleIdx="1" presStyleCnt="8"/>
      <dgm:spPr/>
      <dgm:t>
        <a:bodyPr/>
        <a:lstStyle/>
        <a:p>
          <a:endParaRPr lang="zh-TW" altLang="en-US"/>
        </a:p>
      </dgm:t>
    </dgm:pt>
    <dgm:pt modelId="{8763669A-C80D-4647-AE45-C7B6A524B694}" type="pres">
      <dgm:prSet presAssocID="{ACA71FF6-43D1-4D9C-8997-F22E3A014CCA}" presName="hierChild4" presStyleCnt="0"/>
      <dgm:spPr/>
    </dgm:pt>
    <dgm:pt modelId="{8344D6D7-7134-46C5-A89C-8651C601C900}" type="pres">
      <dgm:prSet presAssocID="{ACA71FF6-43D1-4D9C-8997-F22E3A014CCA}" presName="hierChild5" presStyleCnt="0"/>
      <dgm:spPr/>
    </dgm:pt>
    <dgm:pt modelId="{077A16B0-89CC-4A48-832B-C25F0878DF36}" type="pres">
      <dgm:prSet presAssocID="{DC6511A6-2DC1-4CCB-86DB-BEFDAB64DDE4}" presName="Name37" presStyleLbl="parChTrans1D3" presStyleIdx="2" presStyleCnt="8"/>
      <dgm:spPr/>
      <dgm:t>
        <a:bodyPr/>
        <a:lstStyle/>
        <a:p>
          <a:endParaRPr lang="zh-TW" altLang="en-US"/>
        </a:p>
      </dgm:t>
    </dgm:pt>
    <dgm:pt modelId="{03EBD7C5-A39C-4D61-8FC1-A64B1467CAC0}" type="pres">
      <dgm:prSet presAssocID="{DBA5AD7A-C2C2-47CC-9C41-F03684C8A584}" presName="hierRoot2" presStyleCnt="0">
        <dgm:presLayoutVars>
          <dgm:hierBranch val="init"/>
        </dgm:presLayoutVars>
      </dgm:prSet>
      <dgm:spPr/>
    </dgm:pt>
    <dgm:pt modelId="{58D4601D-84E2-4FE4-9772-953F092AA6C0}" type="pres">
      <dgm:prSet presAssocID="{DBA5AD7A-C2C2-47CC-9C41-F03684C8A584}" presName="rootComposite" presStyleCnt="0"/>
      <dgm:spPr/>
    </dgm:pt>
    <dgm:pt modelId="{A1098950-1343-4150-AB97-8EE58E881BBC}" type="pres">
      <dgm:prSet presAssocID="{DBA5AD7A-C2C2-47CC-9C41-F03684C8A584}" presName="rootText" presStyleLbl="node3" presStyleIdx="2" presStyleCnt="8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8AE016EA-9964-4DAC-9E10-04A800F48939}" type="pres">
      <dgm:prSet presAssocID="{DBA5AD7A-C2C2-47CC-9C41-F03684C8A584}" presName="rootConnector" presStyleLbl="node3" presStyleIdx="2" presStyleCnt="8"/>
      <dgm:spPr/>
      <dgm:t>
        <a:bodyPr/>
        <a:lstStyle/>
        <a:p>
          <a:endParaRPr lang="zh-TW" altLang="en-US"/>
        </a:p>
      </dgm:t>
    </dgm:pt>
    <dgm:pt modelId="{15841B15-E005-4D95-8111-4450B8F876B0}" type="pres">
      <dgm:prSet presAssocID="{DBA5AD7A-C2C2-47CC-9C41-F03684C8A584}" presName="hierChild4" presStyleCnt="0"/>
      <dgm:spPr/>
    </dgm:pt>
    <dgm:pt modelId="{7CF4B498-9CDD-47B9-8839-31BBDAE1014A}" type="pres">
      <dgm:prSet presAssocID="{DBA5AD7A-C2C2-47CC-9C41-F03684C8A584}" presName="hierChild5" presStyleCnt="0"/>
      <dgm:spPr/>
    </dgm:pt>
    <dgm:pt modelId="{A8570125-FF94-48DF-8A90-5A3103E80F89}" type="pres">
      <dgm:prSet presAssocID="{E5CCB25E-C655-4324-8217-14EF320224DF}" presName="hierChild5" presStyleCnt="0"/>
      <dgm:spPr/>
    </dgm:pt>
    <dgm:pt modelId="{CD932D47-FAA9-4BEA-94A0-664BBD2AA555}" type="pres">
      <dgm:prSet presAssocID="{F85D92B1-E28E-466A-B1AF-ADDB99C02FC6}" presName="Name37" presStyleLbl="parChTrans1D2" presStyleIdx="1" presStyleCnt="3"/>
      <dgm:spPr/>
      <dgm:t>
        <a:bodyPr/>
        <a:lstStyle/>
        <a:p>
          <a:endParaRPr lang="zh-TW" altLang="en-US"/>
        </a:p>
      </dgm:t>
    </dgm:pt>
    <dgm:pt modelId="{F2359C8B-E123-493B-9B89-048E791E2169}" type="pres">
      <dgm:prSet presAssocID="{6C87DEF1-267E-484B-BC33-85913E3EC10F}" presName="hierRoot2" presStyleCnt="0">
        <dgm:presLayoutVars>
          <dgm:hierBranch val="init"/>
        </dgm:presLayoutVars>
      </dgm:prSet>
      <dgm:spPr/>
    </dgm:pt>
    <dgm:pt modelId="{06B18B84-A25A-49BC-B35C-E8EA5DA8EA83}" type="pres">
      <dgm:prSet presAssocID="{6C87DEF1-267E-484B-BC33-85913E3EC10F}" presName="rootComposite" presStyleCnt="0"/>
      <dgm:spPr/>
    </dgm:pt>
    <dgm:pt modelId="{A92999D2-594E-4F7C-AC3B-8EAC9358F8AD}" type="pres">
      <dgm:prSet presAssocID="{6C87DEF1-267E-484B-BC33-85913E3EC10F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B5C76B9-D527-4D3B-989E-1EAE2115F0ED}" type="pres">
      <dgm:prSet presAssocID="{6C87DEF1-267E-484B-BC33-85913E3EC10F}" presName="rootConnector" presStyleLbl="node2" presStyleIdx="1" presStyleCnt="3"/>
      <dgm:spPr/>
      <dgm:t>
        <a:bodyPr/>
        <a:lstStyle/>
        <a:p>
          <a:endParaRPr lang="zh-TW" altLang="en-US"/>
        </a:p>
      </dgm:t>
    </dgm:pt>
    <dgm:pt modelId="{E6E0D52E-2965-4827-BB76-3FC5E37FA703}" type="pres">
      <dgm:prSet presAssocID="{6C87DEF1-267E-484B-BC33-85913E3EC10F}" presName="hierChild4" presStyleCnt="0"/>
      <dgm:spPr/>
    </dgm:pt>
    <dgm:pt modelId="{AD79323F-1B49-4729-A289-6D620D749A9F}" type="pres">
      <dgm:prSet presAssocID="{D21D1992-ADB0-4EF0-93AB-1E9F75434F52}" presName="Name37" presStyleLbl="parChTrans1D3" presStyleIdx="3" presStyleCnt="8"/>
      <dgm:spPr/>
      <dgm:t>
        <a:bodyPr/>
        <a:lstStyle/>
        <a:p>
          <a:endParaRPr lang="zh-TW" altLang="en-US"/>
        </a:p>
      </dgm:t>
    </dgm:pt>
    <dgm:pt modelId="{E44A8880-D179-421A-BDBE-FF75BD67D32D}" type="pres">
      <dgm:prSet presAssocID="{847724BD-9062-4C15-867D-9A40745D5942}" presName="hierRoot2" presStyleCnt="0">
        <dgm:presLayoutVars>
          <dgm:hierBranch val="init"/>
        </dgm:presLayoutVars>
      </dgm:prSet>
      <dgm:spPr/>
    </dgm:pt>
    <dgm:pt modelId="{E942DB70-7965-43C8-A044-BC36341C1459}" type="pres">
      <dgm:prSet presAssocID="{847724BD-9062-4C15-867D-9A40745D5942}" presName="rootComposite" presStyleCnt="0"/>
      <dgm:spPr/>
    </dgm:pt>
    <dgm:pt modelId="{471E24C0-93B7-4A88-8409-904FB0ABBFE3}" type="pres">
      <dgm:prSet presAssocID="{847724BD-9062-4C15-867D-9A40745D5942}" presName="rootText" presStyleLbl="node3" presStyleIdx="3" presStyleCnt="8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003BFD0D-2BBC-46B3-A380-154B3A06829E}" type="pres">
      <dgm:prSet presAssocID="{847724BD-9062-4C15-867D-9A40745D5942}" presName="rootConnector" presStyleLbl="node3" presStyleIdx="3" presStyleCnt="8"/>
      <dgm:spPr/>
      <dgm:t>
        <a:bodyPr/>
        <a:lstStyle/>
        <a:p>
          <a:endParaRPr lang="zh-TW" altLang="en-US"/>
        </a:p>
      </dgm:t>
    </dgm:pt>
    <dgm:pt modelId="{F7C775FA-93FB-4EFB-B25E-9EAAFE65ED7B}" type="pres">
      <dgm:prSet presAssocID="{847724BD-9062-4C15-867D-9A40745D5942}" presName="hierChild4" presStyleCnt="0"/>
      <dgm:spPr/>
    </dgm:pt>
    <dgm:pt modelId="{4714D7A2-A307-4028-BB69-263A46444659}" type="pres">
      <dgm:prSet presAssocID="{847724BD-9062-4C15-867D-9A40745D5942}" presName="hierChild5" presStyleCnt="0"/>
      <dgm:spPr/>
    </dgm:pt>
    <dgm:pt modelId="{F67BB4F9-FCC2-4C90-A5EA-73862D03E224}" type="pres">
      <dgm:prSet presAssocID="{A9C07280-0A72-472E-BE76-F36D22C350B5}" presName="Name37" presStyleLbl="parChTrans1D3" presStyleIdx="4" presStyleCnt="8"/>
      <dgm:spPr/>
      <dgm:t>
        <a:bodyPr/>
        <a:lstStyle/>
        <a:p>
          <a:endParaRPr lang="zh-TW" altLang="en-US"/>
        </a:p>
      </dgm:t>
    </dgm:pt>
    <dgm:pt modelId="{61EFBF08-F3FD-4234-850E-27EEB7C3840C}" type="pres">
      <dgm:prSet presAssocID="{422C33F5-672E-4B0C-B552-ED3DD9F2941B}" presName="hierRoot2" presStyleCnt="0">
        <dgm:presLayoutVars>
          <dgm:hierBranch val="init"/>
        </dgm:presLayoutVars>
      </dgm:prSet>
      <dgm:spPr/>
    </dgm:pt>
    <dgm:pt modelId="{C399CF59-6DE0-47AF-AB0B-69A396442F8E}" type="pres">
      <dgm:prSet presAssocID="{422C33F5-672E-4B0C-B552-ED3DD9F2941B}" presName="rootComposite" presStyleCnt="0"/>
      <dgm:spPr/>
    </dgm:pt>
    <dgm:pt modelId="{0F256B01-4570-4068-A359-7B9777BAC5E2}" type="pres">
      <dgm:prSet presAssocID="{422C33F5-672E-4B0C-B552-ED3DD9F2941B}" presName="rootText" presStyleLbl="node3" presStyleIdx="4" presStyleCnt="8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B7FD21A3-9BC2-4ED9-A7A1-C733E512343E}" type="pres">
      <dgm:prSet presAssocID="{422C33F5-672E-4B0C-B552-ED3DD9F2941B}" presName="rootConnector" presStyleLbl="node3" presStyleIdx="4" presStyleCnt="8"/>
      <dgm:spPr/>
      <dgm:t>
        <a:bodyPr/>
        <a:lstStyle/>
        <a:p>
          <a:endParaRPr lang="zh-TW" altLang="en-US"/>
        </a:p>
      </dgm:t>
    </dgm:pt>
    <dgm:pt modelId="{C77B128E-43FB-4EA9-8528-90CD104B401C}" type="pres">
      <dgm:prSet presAssocID="{422C33F5-672E-4B0C-B552-ED3DD9F2941B}" presName="hierChild4" presStyleCnt="0"/>
      <dgm:spPr/>
    </dgm:pt>
    <dgm:pt modelId="{A827EF7B-3FD3-4F9A-8747-368E792DAF1A}" type="pres">
      <dgm:prSet presAssocID="{97DF12F3-EBEE-4710-B22F-47A71C2D3BA0}" presName="Name37" presStyleLbl="parChTrans1D4" presStyleIdx="0" presStyleCnt="3"/>
      <dgm:spPr/>
      <dgm:t>
        <a:bodyPr/>
        <a:lstStyle/>
        <a:p>
          <a:endParaRPr lang="zh-TW" altLang="en-US"/>
        </a:p>
      </dgm:t>
    </dgm:pt>
    <dgm:pt modelId="{63FC3916-A554-49C1-891A-AA19B7D5C0B3}" type="pres">
      <dgm:prSet presAssocID="{1140E081-3CE3-4E40-84D1-D5CCA58BE7C7}" presName="hierRoot2" presStyleCnt="0">
        <dgm:presLayoutVars>
          <dgm:hierBranch val="init"/>
        </dgm:presLayoutVars>
      </dgm:prSet>
      <dgm:spPr/>
    </dgm:pt>
    <dgm:pt modelId="{E6035742-818A-478F-A019-62950F9AF1A5}" type="pres">
      <dgm:prSet presAssocID="{1140E081-3CE3-4E40-84D1-D5CCA58BE7C7}" presName="rootComposite" presStyleCnt="0"/>
      <dgm:spPr/>
    </dgm:pt>
    <dgm:pt modelId="{E92B3A66-DD20-43A7-B574-7DCF7E4CEB01}" type="pres">
      <dgm:prSet presAssocID="{1140E081-3CE3-4E40-84D1-D5CCA58BE7C7}" presName="rootText" presStyleLbl="node4" presStyleIdx="0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9D3CD290-6F82-471F-948C-49054C263DDB}" type="pres">
      <dgm:prSet presAssocID="{1140E081-3CE3-4E40-84D1-D5CCA58BE7C7}" presName="rootConnector" presStyleLbl="node4" presStyleIdx="0" presStyleCnt="3"/>
      <dgm:spPr/>
      <dgm:t>
        <a:bodyPr/>
        <a:lstStyle/>
        <a:p>
          <a:endParaRPr lang="zh-TW" altLang="en-US"/>
        </a:p>
      </dgm:t>
    </dgm:pt>
    <dgm:pt modelId="{5FB6C452-5109-44F6-ADC6-6176B854ABBC}" type="pres">
      <dgm:prSet presAssocID="{1140E081-3CE3-4E40-84D1-D5CCA58BE7C7}" presName="hierChild4" presStyleCnt="0"/>
      <dgm:spPr/>
    </dgm:pt>
    <dgm:pt modelId="{218FC863-11ED-4535-80E2-521960AC596D}" type="pres">
      <dgm:prSet presAssocID="{1140E081-3CE3-4E40-84D1-D5CCA58BE7C7}" presName="hierChild5" presStyleCnt="0"/>
      <dgm:spPr/>
    </dgm:pt>
    <dgm:pt modelId="{E40D1708-260F-4EE2-8BF4-0AF5CCE2572C}" type="pres">
      <dgm:prSet presAssocID="{9AB43360-E212-49CE-A503-6F806BF9B862}" presName="Name37" presStyleLbl="parChTrans1D4" presStyleIdx="1" presStyleCnt="3"/>
      <dgm:spPr/>
      <dgm:t>
        <a:bodyPr/>
        <a:lstStyle/>
        <a:p>
          <a:endParaRPr lang="zh-TW" altLang="en-US"/>
        </a:p>
      </dgm:t>
    </dgm:pt>
    <dgm:pt modelId="{235B3544-6DF5-4DE6-B763-09C412CE3761}" type="pres">
      <dgm:prSet presAssocID="{6B759DC2-3439-4108-98CB-B36DA3EC8CED}" presName="hierRoot2" presStyleCnt="0">
        <dgm:presLayoutVars>
          <dgm:hierBranch val="init"/>
        </dgm:presLayoutVars>
      </dgm:prSet>
      <dgm:spPr/>
    </dgm:pt>
    <dgm:pt modelId="{14B40ABD-982E-4220-A243-0AD6F2C54601}" type="pres">
      <dgm:prSet presAssocID="{6B759DC2-3439-4108-98CB-B36DA3EC8CED}" presName="rootComposite" presStyleCnt="0"/>
      <dgm:spPr/>
    </dgm:pt>
    <dgm:pt modelId="{CB29D046-9C3E-498D-9B0F-548827F377BC}" type="pres">
      <dgm:prSet presAssocID="{6B759DC2-3439-4108-98CB-B36DA3EC8CED}" presName="rootText" presStyleLbl="node4" presStyleIdx="1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85433A55-D717-48BC-8149-9AC20B91C08B}" type="pres">
      <dgm:prSet presAssocID="{6B759DC2-3439-4108-98CB-B36DA3EC8CED}" presName="rootConnector" presStyleLbl="node4" presStyleIdx="1" presStyleCnt="3"/>
      <dgm:spPr/>
      <dgm:t>
        <a:bodyPr/>
        <a:lstStyle/>
        <a:p>
          <a:endParaRPr lang="zh-TW" altLang="en-US"/>
        </a:p>
      </dgm:t>
    </dgm:pt>
    <dgm:pt modelId="{2D342578-2CBA-4143-94A7-BD4245625C52}" type="pres">
      <dgm:prSet presAssocID="{6B759DC2-3439-4108-98CB-B36DA3EC8CED}" presName="hierChild4" presStyleCnt="0"/>
      <dgm:spPr/>
    </dgm:pt>
    <dgm:pt modelId="{382608F6-D16C-448E-8972-379705B77DAB}" type="pres">
      <dgm:prSet presAssocID="{6B759DC2-3439-4108-98CB-B36DA3EC8CED}" presName="hierChild5" presStyleCnt="0"/>
      <dgm:spPr/>
    </dgm:pt>
    <dgm:pt modelId="{4D520FF4-990B-4A55-A2D2-83A63539A647}" type="pres">
      <dgm:prSet presAssocID="{EFAA1426-84F3-4105-B915-EC8BECDA4C5D}" presName="Name37" presStyleLbl="parChTrans1D4" presStyleIdx="2" presStyleCnt="3"/>
      <dgm:spPr/>
      <dgm:t>
        <a:bodyPr/>
        <a:lstStyle/>
        <a:p>
          <a:endParaRPr lang="zh-TW" altLang="en-US"/>
        </a:p>
      </dgm:t>
    </dgm:pt>
    <dgm:pt modelId="{39C7AD21-223F-4497-88DB-891105BF6347}" type="pres">
      <dgm:prSet presAssocID="{2F023172-4E61-4511-AFCA-923C95EC486B}" presName="hierRoot2" presStyleCnt="0">
        <dgm:presLayoutVars>
          <dgm:hierBranch val="init"/>
        </dgm:presLayoutVars>
      </dgm:prSet>
      <dgm:spPr/>
    </dgm:pt>
    <dgm:pt modelId="{12AC61A5-FDF9-4F9F-B047-884F5393E4BE}" type="pres">
      <dgm:prSet presAssocID="{2F023172-4E61-4511-AFCA-923C95EC486B}" presName="rootComposite" presStyleCnt="0"/>
      <dgm:spPr/>
    </dgm:pt>
    <dgm:pt modelId="{5A047950-A498-4E53-A417-C812BDE16A6B}" type="pres">
      <dgm:prSet presAssocID="{2F023172-4E61-4511-AFCA-923C95EC486B}" presName="rootText" presStyleLbl="node4" presStyleIdx="2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3B846DCB-5246-4C95-9EC1-CF6D85158CF9}" type="pres">
      <dgm:prSet presAssocID="{2F023172-4E61-4511-AFCA-923C95EC486B}" presName="rootConnector" presStyleLbl="node4" presStyleIdx="2" presStyleCnt="3"/>
      <dgm:spPr/>
      <dgm:t>
        <a:bodyPr/>
        <a:lstStyle/>
        <a:p>
          <a:endParaRPr lang="zh-TW" altLang="en-US"/>
        </a:p>
      </dgm:t>
    </dgm:pt>
    <dgm:pt modelId="{EB8432E4-ECAB-44FC-A1FD-6FA259D0157A}" type="pres">
      <dgm:prSet presAssocID="{2F023172-4E61-4511-AFCA-923C95EC486B}" presName="hierChild4" presStyleCnt="0"/>
      <dgm:spPr/>
    </dgm:pt>
    <dgm:pt modelId="{EC22E159-6F1A-4F9B-AA55-923FC11AAEC4}" type="pres">
      <dgm:prSet presAssocID="{2F023172-4E61-4511-AFCA-923C95EC486B}" presName="hierChild5" presStyleCnt="0"/>
      <dgm:spPr/>
    </dgm:pt>
    <dgm:pt modelId="{9059E626-9BCA-4403-8BCF-1CFF5238A3C3}" type="pres">
      <dgm:prSet presAssocID="{422C33F5-672E-4B0C-B552-ED3DD9F2941B}" presName="hierChild5" presStyleCnt="0"/>
      <dgm:spPr/>
    </dgm:pt>
    <dgm:pt modelId="{AB1BFC6C-8F27-4F6C-97A6-D6FB13839B51}" type="pres">
      <dgm:prSet presAssocID="{02E01EF1-C250-4B76-9AAA-4A4D9BCAEAE0}" presName="Name37" presStyleLbl="parChTrans1D3" presStyleIdx="5" presStyleCnt="8"/>
      <dgm:spPr/>
      <dgm:t>
        <a:bodyPr/>
        <a:lstStyle/>
        <a:p>
          <a:endParaRPr lang="zh-TW" altLang="en-US"/>
        </a:p>
      </dgm:t>
    </dgm:pt>
    <dgm:pt modelId="{201740FA-0624-498F-9EAA-7E43A2DAA88B}" type="pres">
      <dgm:prSet presAssocID="{01E943C2-F60A-4160-9AE4-B70A3B038017}" presName="hierRoot2" presStyleCnt="0">
        <dgm:presLayoutVars>
          <dgm:hierBranch val="init"/>
        </dgm:presLayoutVars>
      </dgm:prSet>
      <dgm:spPr/>
    </dgm:pt>
    <dgm:pt modelId="{86A80C55-1065-4693-9799-84B06A0433A7}" type="pres">
      <dgm:prSet presAssocID="{01E943C2-F60A-4160-9AE4-B70A3B038017}" presName="rootComposite" presStyleCnt="0"/>
      <dgm:spPr/>
    </dgm:pt>
    <dgm:pt modelId="{F0E27AB9-22B8-45F7-A29B-1D5ABB37A7A1}" type="pres">
      <dgm:prSet presAssocID="{01E943C2-F60A-4160-9AE4-B70A3B038017}" presName="rootText" presStyleLbl="node3" presStyleIdx="5" presStyleCnt="8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0AC2DA91-A00E-43D1-A5D1-CA5DB1708CE7}" type="pres">
      <dgm:prSet presAssocID="{01E943C2-F60A-4160-9AE4-B70A3B038017}" presName="rootConnector" presStyleLbl="node3" presStyleIdx="5" presStyleCnt="8"/>
      <dgm:spPr/>
      <dgm:t>
        <a:bodyPr/>
        <a:lstStyle/>
        <a:p>
          <a:endParaRPr lang="zh-TW" altLang="en-US"/>
        </a:p>
      </dgm:t>
    </dgm:pt>
    <dgm:pt modelId="{B32D8C34-E30F-4CA2-AD5C-0CA79DF6CA93}" type="pres">
      <dgm:prSet presAssocID="{01E943C2-F60A-4160-9AE4-B70A3B038017}" presName="hierChild4" presStyleCnt="0"/>
      <dgm:spPr/>
    </dgm:pt>
    <dgm:pt modelId="{81C00972-281C-490F-815A-F836F9471161}" type="pres">
      <dgm:prSet presAssocID="{01E943C2-F60A-4160-9AE4-B70A3B038017}" presName="hierChild5" presStyleCnt="0"/>
      <dgm:spPr/>
    </dgm:pt>
    <dgm:pt modelId="{9D42B076-C679-4CE2-BF26-8BA0F459E855}" type="pres">
      <dgm:prSet presAssocID="{8CBAA709-5B5F-4F4E-823F-B523AAB1D352}" presName="Name37" presStyleLbl="parChTrans1D3" presStyleIdx="6" presStyleCnt="8"/>
      <dgm:spPr/>
      <dgm:t>
        <a:bodyPr/>
        <a:lstStyle/>
        <a:p>
          <a:endParaRPr lang="zh-TW" altLang="en-US"/>
        </a:p>
      </dgm:t>
    </dgm:pt>
    <dgm:pt modelId="{E1E43C58-5AEB-473A-A912-49DFC2C8A53F}" type="pres">
      <dgm:prSet presAssocID="{1842372B-728C-4BC7-9D83-15230F10A614}" presName="hierRoot2" presStyleCnt="0">
        <dgm:presLayoutVars>
          <dgm:hierBranch val="init"/>
        </dgm:presLayoutVars>
      </dgm:prSet>
      <dgm:spPr/>
    </dgm:pt>
    <dgm:pt modelId="{AF80B871-FC14-4B02-BFF4-4E410FA2564F}" type="pres">
      <dgm:prSet presAssocID="{1842372B-728C-4BC7-9D83-15230F10A614}" presName="rootComposite" presStyleCnt="0"/>
      <dgm:spPr/>
    </dgm:pt>
    <dgm:pt modelId="{6526E14F-2EB7-47D7-868A-C44A055D4594}" type="pres">
      <dgm:prSet presAssocID="{1842372B-728C-4BC7-9D83-15230F10A614}" presName="rootText" presStyleLbl="node3" presStyleIdx="6" presStyleCnt="8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6B9FBD9E-2002-4113-8EDF-34E3BA90846F}" type="pres">
      <dgm:prSet presAssocID="{1842372B-728C-4BC7-9D83-15230F10A614}" presName="rootConnector" presStyleLbl="node3" presStyleIdx="6" presStyleCnt="8"/>
      <dgm:spPr/>
      <dgm:t>
        <a:bodyPr/>
        <a:lstStyle/>
        <a:p>
          <a:endParaRPr lang="zh-TW" altLang="en-US"/>
        </a:p>
      </dgm:t>
    </dgm:pt>
    <dgm:pt modelId="{EDD88F62-777B-4A85-B340-2CEA09FBE2E3}" type="pres">
      <dgm:prSet presAssocID="{1842372B-728C-4BC7-9D83-15230F10A614}" presName="hierChild4" presStyleCnt="0"/>
      <dgm:spPr/>
    </dgm:pt>
    <dgm:pt modelId="{1BBD8426-DCE1-428B-B8FD-F42A25503DE7}" type="pres">
      <dgm:prSet presAssocID="{1842372B-728C-4BC7-9D83-15230F10A614}" presName="hierChild5" presStyleCnt="0"/>
      <dgm:spPr/>
    </dgm:pt>
    <dgm:pt modelId="{63D30C63-A9CB-4538-8066-FCD31EE92EFD}" type="pres">
      <dgm:prSet presAssocID="{6C87DEF1-267E-484B-BC33-85913E3EC10F}" presName="hierChild5" presStyleCnt="0"/>
      <dgm:spPr/>
    </dgm:pt>
    <dgm:pt modelId="{E3D46B2D-06D6-4D5B-AB6B-02310BD3571E}" type="pres">
      <dgm:prSet presAssocID="{7ADADAE6-FA49-433C-B86B-563F2A7A34E3}" presName="Name37" presStyleLbl="parChTrans1D2" presStyleIdx="2" presStyleCnt="3"/>
      <dgm:spPr/>
      <dgm:t>
        <a:bodyPr/>
        <a:lstStyle/>
        <a:p>
          <a:endParaRPr lang="zh-TW" altLang="en-US"/>
        </a:p>
      </dgm:t>
    </dgm:pt>
    <dgm:pt modelId="{4BF979C6-F76A-412C-BBDF-F897DC87EE64}" type="pres">
      <dgm:prSet presAssocID="{65C778D0-7669-4D4B-B4D6-4CD1381A0BF3}" presName="hierRoot2" presStyleCnt="0">
        <dgm:presLayoutVars>
          <dgm:hierBranch val="init"/>
        </dgm:presLayoutVars>
      </dgm:prSet>
      <dgm:spPr/>
    </dgm:pt>
    <dgm:pt modelId="{63D6E332-1CFE-41B8-B760-E0E052578F6C}" type="pres">
      <dgm:prSet presAssocID="{65C778D0-7669-4D4B-B4D6-4CD1381A0BF3}" presName="rootComposite" presStyleCnt="0"/>
      <dgm:spPr/>
    </dgm:pt>
    <dgm:pt modelId="{5B674A70-3154-4944-B2C8-8AFF4B2D7C3C}" type="pres">
      <dgm:prSet presAssocID="{65C778D0-7669-4D4B-B4D6-4CD1381A0BF3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370DC1AA-D00A-4062-9EAA-2B2F33F61C82}" type="pres">
      <dgm:prSet presAssocID="{65C778D0-7669-4D4B-B4D6-4CD1381A0BF3}" presName="rootConnector" presStyleLbl="node2" presStyleIdx="2" presStyleCnt="3"/>
      <dgm:spPr/>
      <dgm:t>
        <a:bodyPr/>
        <a:lstStyle/>
        <a:p>
          <a:endParaRPr lang="zh-TW" altLang="en-US"/>
        </a:p>
      </dgm:t>
    </dgm:pt>
    <dgm:pt modelId="{349A7559-2FB9-41B2-92EF-D297E9A3A3E9}" type="pres">
      <dgm:prSet presAssocID="{65C778D0-7669-4D4B-B4D6-4CD1381A0BF3}" presName="hierChild4" presStyleCnt="0"/>
      <dgm:spPr/>
    </dgm:pt>
    <dgm:pt modelId="{50609ABF-9BA2-4F31-946D-BF9C35D435FA}" type="pres">
      <dgm:prSet presAssocID="{F5F23906-48D7-4EF9-A256-60463F51DB60}" presName="Name37" presStyleLbl="parChTrans1D3" presStyleIdx="7" presStyleCnt="8"/>
      <dgm:spPr/>
      <dgm:t>
        <a:bodyPr/>
        <a:lstStyle/>
        <a:p>
          <a:endParaRPr lang="zh-TW" altLang="en-US"/>
        </a:p>
      </dgm:t>
    </dgm:pt>
    <dgm:pt modelId="{27CD699F-7113-4516-89F4-F2E20D446619}" type="pres">
      <dgm:prSet presAssocID="{1256CB85-BA23-4513-9CCD-B3AE1CAF87CC}" presName="hierRoot2" presStyleCnt="0">
        <dgm:presLayoutVars>
          <dgm:hierBranch val="init"/>
        </dgm:presLayoutVars>
      </dgm:prSet>
      <dgm:spPr/>
    </dgm:pt>
    <dgm:pt modelId="{DA47DD6C-2714-4E90-BF28-EEA552104C47}" type="pres">
      <dgm:prSet presAssocID="{1256CB85-BA23-4513-9CCD-B3AE1CAF87CC}" presName="rootComposite" presStyleCnt="0"/>
      <dgm:spPr/>
    </dgm:pt>
    <dgm:pt modelId="{F225889A-7CC3-4DBC-816A-0F9DBFD05802}" type="pres">
      <dgm:prSet presAssocID="{1256CB85-BA23-4513-9CCD-B3AE1CAF87CC}" presName="rootText" presStyleLbl="node3" presStyleIdx="7" presStyleCnt="8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2A59F6A-7566-4E8D-8E63-E8C4DA376E5F}" type="pres">
      <dgm:prSet presAssocID="{1256CB85-BA23-4513-9CCD-B3AE1CAF87CC}" presName="rootConnector" presStyleLbl="node3" presStyleIdx="7" presStyleCnt="8"/>
      <dgm:spPr/>
      <dgm:t>
        <a:bodyPr/>
        <a:lstStyle/>
        <a:p>
          <a:endParaRPr lang="zh-TW" altLang="en-US"/>
        </a:p>
      </dgm:t>
    </dgm:pt>
    <dgm:pt modelId="{4E517C8C-D5AB-45CF-A17D-B3EF77DDCBD8}" type="pres">
      <dgm:prSet presAssocID="{1256CB85-BA23-4513-9CCD-B3AE1CAF87CC}" presName="hierChild4" presStyleCnt="0"/>
      <dgm:spPr/>
    </dgm:pt>
    <dgm:pt modelId="{0075BD85-BE26-4D98-8B51-585F347ED75B}" type="pres">
      <dgm:prSet presAssocID="{1256CB85-BA23-4513-9CCD-B3AE1CAF87CC}" presName="hierChild5" presStyleCnt="0"/>
      <dgm:spPr/>
    </dgm:pt>
    <dgm:pt modelId="{2B06B934-8BCE-4FFB-A955-DDA94526D187}" type="pres">
      <dgm:prSet presAssocID="{65C778D0-7669-4D4B-B4D6-4CD1381A0BF3}" presName="hierChild5" presStyleCnt="0"/>
      <dgm:spPr/>
    </dgm:pt>
    <dgm:pt modelId="{E830106F-A813-48E5-A896-6C28DFD2EE33}" type="pres">
      <dgm:prSet presAssocID="{C0379C3D-44CF-4B46-B585-05D4CA04D08F}" presName="hierChild3" presStyleCnt="0"/>
      <dgm:spPr/>
    </dgm:pt>
  </dgm:ptLst>
  <dgm:cxnLst>
    <dgm:cxn modelId="{BEE9318E-195B-4B53-BC4C-5CD437085BA5}" srcId="{6C87DEF1-267E-484B-BC33-85913E3EC10F}" destId="{01E943C2-F60A-4160-9AE4-B70A3B038017}" srcOrd="2" destOrd="0" parTransId="{02E01EF1-C250-4B76-9AAA-4A4D9BCAEAE0}" sibTransId="{1E2C944A-0A38-4685-A0BC-3B9082352F80}"/>
    <dgm:cxn modelId="{C3BBBF89-454D-4003-BF18-86C84AEA71FD}" type="presOf" srcId="{1140E081-3CE3-4E40-84D1-D5CCA58BE7C7}" destId="{9D3CD290-6F82-471F-948C-49054C263DDB}" srcOrd="1" destOrd="0" presId="urn:microsoft.com/office/officeart/2005/8/layout/orgChart1"/>
    <dgm:cxn modelId="{16A039EF-929E-4D75-BCF1-AF42B6CB5EA1}" type="presOf" srcId="{C0379C3D-44CF-4B46-B585-05D4CA04D08F}" destId="{1619B013-66DD-4112-A89F-479A43573186}" srcOrd="0" destOrd="0" presId="urn:microsoft.com/office/officeart/2005/8/layout/orgChart1"/>
    <dgm:cxn modelId="{73F09D0E-1071-422C-AB1A-C9B2B24539FB}" type="presOf" srcId="{65C778D0-7669-4D4B-B4D6-4CD1381A0BF3}" destId="{5B674A70-3154-4944-B2C8-8AFF4B2D7C3C}" srcOrd="0" destOrd="0" presId="urn:microsoft.com/office/officeart/2005/8/layout/orgChart1"/>
    <dgm:cxn modelId="{71CB9AFD-B018-4D1D-BBC9-D98D08CC723E}" type="presOf" srcId="{9AB43360-E212-49CE-A503-6F806BF9B862}" destId="{E40D1708-260F-4EE2-8BF4-0AF5CCE2572C}" srcOrd="0" destOrd="0" presId="urn:microsoft.com/office/officeart/2005/8/layout/orgChart1"/>
    <dgm:cxn modelId="{7343985B-FF23-4ABD-9625-C96E3889ECF9}" type="presOf" srcId="{2F023172-4E61-4511-AFCA-923C95EC486B}" destId="{3B846DCB-5246-4C95-9EC1-CF6D85158CF9}" srcOrd="1" destOrd="0" presId="urn:microsoft.com/office/officeart/2005/8/layout/orgChart1"/>
    <dgm:cxn modelId="{DBCA2FE9-3991-492D-95E4-EAFCD18666FE}" srcId="{6C87DEF1-267E-484B-BC33-85913E3EC10F}" destId="{1842372B-728C-4BC7-9D83-15230F10A614}" srcOrd="3" destOrd="0" parTransId="{8CBAA709-5B5F-4F4E-823F-B523AAB1D352}" sibTransId="{5A114E51-C5C1-4628-BAD2-613F15CC6CFB}"/>
    <dgm:cxn modelId="{30A1F083-28D9-420B-8338-E645749A0574}" type="presOf" srcId="{6C87DEF1-267E-484B-BC33-85913E3EC10F}" destId="{EB5C76B9-D527-4D3B-989E-1EAE2115F0ED}" srcOrd="1" destOrd="0" presId="urn:microsoft.com/office/officeart/2005/8/layout/orgChart1"/>
    <dgm:cxn modelId="{7C069E50-9694-4531-B7A2-74D41359417F}" srcId="{422C33F5-672E-4B0C-B552-ED3DD9F2941B}" destId="{1140E081-3CE3-4E40-84D1-D5CCA58BE7C7}" srcOrd="0" destOrd="0" parTransId="{97DF12F3-EBEE-4710-B22F-47A71C2D3BA0}" sibTransId="{C5F6C251-A1A6-4005-9D84-BF0C1D14B06A}"/>
    <dgm:cxn modelId="{E439C1C7-854A-4D8C-8D80-EB117F31A47C}" type="presOf" srcId="{847724BD-9062-4C15-867D-9A40745D5942}" destId="{003BFD0D-2BBC-46B3-A380-154B3A06829E}" srcOrd="1" destOrd="0" presId="urn:microsoft.com/office/officeart/2005/8/layout/orgChart1"/>
    <dgm:cxn modelId="{75B35406-F01A-498A-BD80-03CF0EA5A03F}" type="presOf" srcId="{F85D92B1-E28E-466A-B1AF-ADDB99C02FC6}" destId="{CD932D47-FAA9-4BEA-94A0-664BBD2AA555}" srcOrd="0" destOrd="0" presId="urn:microsoft.com/office/officeart/2005/8/layout/orgChart1"/>
    <dgm:cxn modelId="{A59A3917-3430-4887-B7BB-607F305BD5D3}" type="presOf" srcId="{2F023172-4E61-4511-AFCA-923C95EC486B}" destId="{5A047950-A498-4E53-A417-C812BDE16A6B}" srcOrd="0" destOrd="0" presId="urn:microsoft.com/office/officeart/2005/8/layout/orgChart1"/>
    <dgm:cxn modelId="{EE756A95-7060-4C59-91C5-E31ABF186BFC}" type="presOf" srcId="{65C778D0-7669-4D4B-B4D6-4CD1381A0BF3}" destId="{370DC1AA-D00A-4062-9EAA-2B2F33F61C82}" srcOrd="1" destOrd="0" presId="urn:microsoft.com/office/officeart/2005/8/layout/orgChart1"/>
    <dgm:cxn modelId="{37C086BA-50A8-48A6-BC88-F57613CE337F}" srcId="{C0379C3D-44CF-4B46-B585-05D4CA04D08F}" destId="{E5CCB25E-C655-4324-8217-14EF320224DF}" srcOrd="0" destOrd="0" parTransId="{C6313A3D-C187-4442-A89E-4A7FE10EBD0B}" sibTransId="{F2E2BC6B-9378-45F0-9818-1DB3A2541053}"/>
    <dgm:cxn modelId="{51AF7F02-7677-4A26-BD2A-D6630CAAF4A2}" type="presOf" srcId="{ACA71FF6-43D1-4D9C-8997-F22E3A014CCA}" destId="{88497726-0A8F-4453-B9B5-15C1B21B5E45}" srcOrd="1" destOrd="0" presId="urn:microsoft.com/office/officeart/2005/8/layout/orgChart1"/>
    <dgm:cxn modelId="{2F490ACC-C135-4B98-B151-626C345CCD1A}" type="presOf" srcId="{8CBAA709-5B5F-4F4E-823F-B523AAB1D352}" destId="{9D42B076-C679-4CE2-BF26-8BA0F459E855}" srcOrd="0" destOrd="0" presId="urn:microsoft.com/office/officeart/2005/8/layout/orgChart1"/>
    <dgm:cxn modelId="{787823C2-5318-4AEF-926F-23543DB53719}" type="presOf" srcId="{8D222D37-B8A0-43AD-9933-E6199901A620}" destId="{E6B87659-DCA8-4621-B7CA-CA955397BA11}" srcOrd="0" destOrd="0" presId="urn:microsoft.com/office/officeart/2005/8/layout/orgChart1"/>
    <dgm:cxn modelId="{3EF35756-3F98-4356-9146-9CB399B4034D}" type="presOf" srcId="{DBA5AD7A-C2C2-47CC-9C41-F03684C8A584}" destId="{A1098950-1343-4150-AB97-8EE58E881BBC}" srcOrd="0" destOrd="0" presId="urn:microsoft.com/office/officeart/2005/8/layout/orgChart1"/>
    <dgm:cxn modelId="{C0490902-9416-479A-A65B-1F53953BD05E}" type="presOf" srcId="{1842372B-728C-4BC7-9D83-15230F10A614}" destId="{6526E14F-2EB7-47D7-868A-C44A055D4594}" srcOrd="0" destOrd="0" presId="urn:microsoft.com/office/officeart/2005/8/layout/orgChart1"/>
    <dgm:cxn modelId="{96322DE2-0E2C-4518-B0C3-ACA03CC26944}" type="presOf" srcId="{DBA5AD7A-C2C2-47CC-9C41-F03684C8A584}" destId="{8AE016EA-9964-4DAC-9E10-04A800F48939}" srcOrd="1" destOrd="0" presId="urn:microsoft.com/office/officeart/2005/8/layout/orgChart1"/>
    <dgm:cxn modelId="{F0C538F1-1BCD-4137-AF7D-994EEBD8D569}" type="presOf" srcId="{C0379C3D-44CF-4B46-B585-05D4CA04D08F}" destId="{61BDDE93-DD40-4087-A945-D2649C41B8E9}" srcOrd="1" destOrd="0" presId="urn:microsoft.com/office/officeart/2005/8/layout/orgChart1"/>
    <dgm:cxn modelId="{A27B3C5F-DB75-41A4-8EBB-84770534D6B1}" srcId="{6C87DEF1-267E-484B-BC33-85913E3EC10F}" destId="{847724BD-9062-4C15-867D-9A40745D5942}" srcOrd="0" destOrd="0" parTransId="{D21D1992-ADB0-4EF0-93AB-1E9F75434F52}" sibTransId="{B070D5F0-61D4-4887-B12C-43BBA3301FE4}"/>
    <dgm:cxn modelId="{4003D128-8F10-43A0-B6F3-71131E47FDCF}" srcId="{422C33F5-672E-4B0C-B552-ED3DD9F2941B}" destId="{2F023172-4E61-4511-AFCA-923C95EC486B}" srcOrd="2" destOrd="0" parTransId="{EFAA1426-84F3-4105-B915-EC8BECDA4C5D}" sibTransId="{623BE7AE-2B15-4D80-8224-B9BB04470764}"/>
    <dgm:cxn modelId="{12269922-752E-4FFE-ADBE-32E860FDD1EC}" srcId="{F6D9FE41-73BC-40EF-BC24-17E24345C112}" destId="{C0379C3D-44CF-4B46-B585-05D4CA04D08F}" srcOrd="0" destOrd="0" parTransId="{10912338-BE3D-4008-A98C-20FF266BA640}" sibTransId="{B47AC820-1576-44FE-B75A-462F9A3E1A9E}"/>
    <dgm:cxn modelId="{3E7FE24D-958E-4913-AAF7-8D0EB1E07640}" type="presOf" srcId="{6B759DC2-3439-4108-98CB-B36DA3EC8CED}" destId="{CB29D046-9C3E-498D-9B0F-548827F377BC}" srcOrd="0" destOrd="0" presId="urn:microsoft.com/office/officeart/2005/8/layout/orgChart1"/>
    <dgm:cxn modelId="{26BD471B-F22A-4FB4-85C3-5B1ED3F7F8A2}" type="presOf" srcId="{E5CCB25E-C655-4324-8217-14EF320224DF}" destId="{72AC598E-578D-4A32-8CE1-C7314E12EC37}" srcOrd="1" destOrd="0" presId="urn:microsoft.com/office/officeart/2005/8/layout/orgChart1"/>
    <dgm:cxn modelId="{7EDFCF15-729B-4032-9B17-7ABB32677736}" srcId="{C0379C3D-44CF-4B46-B585-05D4CA04D08F}" destId="{6C87DEF1-267E-484B-BC33-85913E3EC10F}" srcOrd="1" destOrd="0" parTransId="{F85D92B1-E28E-466A-B1AF-ADDB99C02FC6}" sibTransId="{DE255746-BC0D-4C76-8C21-7DB9F286F9DD}"/>
    <dgm:cxn modelId="{7CF64986-F992-4523-93C3-5C373F05369E}" srcId="{E5CCB25E-C655-4324-8217-14EF320224DF}" destId="{F6631F0D-4003-4FCC-A63D-7640B86D3CF7}" srcOrd="0" destOrd="0" parTransId="{8D222D37-B8A0-43AD-9933-E6199901A620}" sibTransId="{3614496C-0600-46E1-9F6D-6FA1F7F4EDF8}"/>
    <dgm:cxn modelId="{CE1CDD17-E178-411D-94F9-139C7C4277D5}" srcId="{C0379C3D-44CF-4B46-B585-05D4CA04D08F}" destId="{65C778D0-7669-4D4B-B4D6-4CD1381A0BF3}" srcOrd="2" destOrd="0" parTransId="{7ADADAE6-FA49-433C-B86B-563F2A7A34E3}" sibTransId="{BECAC3D4-83DB-447E-8C69-B505D93CDF0D}"/>
    <dgm:cxn modelId="{DD68B110-2365-4AFD-B783-5ECCE1DAADFB}" type="presOf" srcId="{1140E081-3CE3-4E40-84D1-D5CCA58BE7C7}" destId="{E92B3A66-DD20-43A7-B574-7DCF7E4CEB01}" srcOrd="0" destOrd="0" presId="urn:microsoft.com/office/officeart/2005/8/layout/orgChart1"/>
    <dgm:cxn modelId="{C8F33616-4B8E-417C-A253-087A371A8EAB}" type="presOf" srcId="{ACA71FF6-43D1-4D9C-8997-F22E3A014CCA}" destId="{06EACE6F-B329-4F8A-9DF8-AA96E79B9847}" srcOrd="0" destOrd="0" presId="urn:microsoft.com/office/officeart/2005/8/layout/orgChart1"/>
    <dgm:cxn modelId="{E0AD15E1-166E-4AD6-A4E5-79E4C6730600}" type="presOf" srcId="{847724BD-9062-4C15-867D-9A40745D5942}" destId="{471E24C0-93B7-4A88-8409-904FB0ABBFE3}" srcOrd="0" destOrd="0" presId="urn:microsoft.com/office/officeart/2005/8/layout/orgChart1"/>
    <dgm:cxn modelId="{B2D7024A-36EC-41B1-B6B4-AD878B90E3D5}" type="presOf" srcId="{C6313A3D-C187-4442-A89E-4A7FE10EBD0B}" destId="{3193C511-743D-4E69-9E1D-0740D16ABB9F}" srcOrd="0" destOrd="0" presId="urn:microsoft.com/office/officeart/2005/8/layout/orgChart1"/>
    <dgm:cxn modelId="{BB2A7FAC-1E29-4F83-9A2E-5F954D36FD38}" type="presOf" srcId="{DC6511A6-2DC1-4CCB-86DB-BEFDAB64DDE4}" destId="{077A16B0-89CC-4A48-832B-C25F0878DF36}" srcOrd="0" destOrd="0" presId="urn:microsoft.com/office/officeart/2005/8/layout/orgChart1"/>
    <dgm:cxn modelId="{586F05A7-8C5A-4A3F-8306-5868E0C9DBC3}" srcId="{E5CCB25E-C655-4324-8217-14EF320224DF}" destId="{ACA71FF6-43D1-4D9C-8997-F22E3A014CCA}" srcOrd="1" destOrd="0" parTransId="{9F725B02-6E85-4887-8D8B-9306B1D3AB18}" sibTransId="{C39592C2-B966-4C4F-B193-F1D61E4F2F4C}"/>
    <dgm:cxn modelId="{8AD1475D-2600-4C89-9E12-2D3173936D7A}" type="presOf" srcId="{1256CB85-BA23-4513-9CCD-B3AE1CAF87CC}" destId="{F225889A-7CC3-4DBC-816A-0F9DBFD05802}" srcOrd="0" destOrd="0" presId="urn:microsoft.com/office/officeart/2005/8/layout/orgChart1"/>
    <dgm:cxn modelId="{0E0EF20E-EF6C-471E-A1CF-0CBEA2F88E17}" type="presOf" srcId="{01E943C2-F60A-4160-9AE4-B70A3B038017}" destId="{F0E27AB9-22B8-45F7-A29B-1D5ABB37A7A1}" srcOrd="0" destOrd="0" presId="urn:microsoft.com/office/officeart/2005/8/layout/orgChart1"/>
    <dgm:cxn modelId="{ECF41754-E2B8-44CC-99FC-E1E4DDA4CF46}" type="presOf" srcId="{1256CB85-BA23-4513-9CCD-B3AE1CAF87CC}" destId="{A2A59F6A-7566-4E8D-8E63-E8C4DA376E5F}" srcOrd="1" destOrd="0" presId="urn:microsoft.com/office/officeart/2005/8/layout/orgChart1"/>
    <dgm:cxn modelId="{D4984BE0-C415-454F-887F-272459B53897}" type="presOf" srcId="{1842372B-728C-4BC7-9D83-15230F10A614}" destId="{6B9FBD9E-2002-4113-8EDF-34E3BA90846F}" srcOrd="1" destOrd="0" presId="urn:microsoft.com/office/officeart/2005/8/layout/orgChart1"/>
    <dgm:cxn modelId="{DC37FE11-C388-4BB7-BD2D-F5169A5056DB}" type="presOf" srcId="{6C87DEF1-267E-484B-BC33-85913E3EC10F}" destId="{A92999D2-594E-4F7C-AC3B-8EAC9358F8AD}" srcOrd="0" destOrd="0" presId="urn:microsoft.com/office/officeart/2005/8/layout/orgChart1"/>
    <dgm:cxn modelId="{6737E2B2-C690-453C-B99B-59653A7E8FA4}" type="presOf" srcId="{F6631F0D-4003-4FCC-A63D-7640B86D3CF7}" destId="{52D48C03-8467-41A2-BB1B-AA409C672855}" srcOrd="0" destOrd="0" presId="urn:microsoft.com/office/officeart/2005/8/layout/orgChart1"/>
    <dgm:cxn modelId="{9CF24023-7CFF-445B-96D8-25F45AE94B9D}" type="presOf" srcId="{F6631F0D-4003-4FCC-A63D-7640B86D3CF7}" destId="{3FE6DC64-57E8-4D54-A2F6-7F35A6B26A3C}" srcOrd="1" destOrd="0" presId="urn:microsoft.com/office/officeart/2005/8/layout/orgChart1"/>
    <dgm:cxn modelId="{1BAA918E-7678-49B1-AE03-270D07DC379C}" srcId="{422C33F5-672E-4B0C-B552-ED3DD9F2941B}" destId="{6B759DC2-3439-4108-98CB-B36DA3EC8CED}" srcOrd="1" destOrd="0" parTransId="{9AB43360-E212-49CE-A503-6F806BF9B862}" sibTransId="{3EBA5F64-3216-49C6-895D-1AD7176E6164}"/>
    <dgm:cxn modelId="{F2F418A4-DD23-47BA-B48E-E1A136286599}" type="presOf" srcId="{6B759DC2-3439-4108-98CB-B36DA3EC8CED}" destId="{85433A55-D717-48BC-8149-9AC20B91C08B}" srcOrd="1" destOrd="0" presId="urn:microsoft.com/office/officeart/2005/8/layout/orgChart1"/>
    <dgm:cxn modelId="{63317037-27B8-408D-9A70-965E41D3ABFC}" type="presOf" srcId="{01E943C2-F60A-4160-9AE4-B70A3B038017}" destId="{0AC2DA91-A00E-43D1-A5D1-CA5DB1708CE7}" srcOrd="1" destOrd="0" presId="urn:microsoft.com/office/officeart/2005/8/layout/orgChart1"/>
    <dgm:cxn modelId="{326146F0-26C8-47F7-8E0C-14B88C9F3262}" type="presOf" srcId="{7ADADAE6-FA49-433C-B86B-563F2A7A34E3}" destId="{E3D46B2D-06D6-4D5B-AB6B-02310BD3571E}" srcOrd="0" destOrd="0" presId="urn:microsoft.com/office/officeart/2005/8/layout/orgChart1"/>
    <dgm:cxn modelId="{577BC35A-F66A-4BBD-9E22-41C20C76A6D6}" type="presOf" srcId="{A9C07280-0A72-472E-BE76-F36D22C350B5}" destId="{F67BB4F9-FCC2-4C90-A5EA-73862D03E224}" srcOrd="0" destOrd="0" presId="urn:microsoft.com/office/officeart/2005/8/layout/orgChart1"/>
    <dgm:cxn modelId="{4F6B3212-C6D6-4F95-A1D1-266E5480D278}" srcId="{6C87DEF1-267E-484B-BC33-85913E3EC10F}" destId="{422C33F5-672E-4B0C-B552-ED3DD9F2941B}" srcOrd="1" destOrd="0" parTransId="{A9C07280-0A72-472E-BE76-F36D22C350B5}" sibTransId="{A03C0CAF-CC62-4B51-9DF9-C3283A2C0FD4}"/>
    <dgm:cxn modelId="{8DB37ED5-3602-4C34-885E-F678559BCBC9}" srcId="{E5CCB25E-C655-4324-8217-14EF320224DF}" destId="{DBA5AD7A-C2C2-47CC-9C41-F03684C8A584}" srcOrd="2" destOrd="0" parTransId="{DC6511A6-2DC1-4CCB-86DB-BEFDAB64DDE4}" sibTransId="{8B91D15F-64A3-4AD7-8589-73646BCC8EA1}"/>
    <dgm:cxn modelId="{FC8D6FE8-44D1-4893-9A68-D4A14F718688}" type="presOf" srcId="{422C33F5-672E-4B0C-B552-ED3DD9F2941B}" destId="{B7FD21A3-9BC2-4ED9-A7A1-C733E512343E}" srcOrd="1" destOrd="0" presId="urn:microsoft.com/office/officeart/2005/8/layout/orgChart1"/>
    <dgm:cxn modelId="{3852DE4C-3E13-4A0B-B796-8B24FB1CD4B5}" type="presOf" srcId="{D21D1992-ADB0-4EF0-93AB-1E9F75434F52}" destId="{AD79323F-1B49-4729-A289-6D620D749A9F}" srcOrd="0" destOrd="0" presId="urn:microsoft.com/office/officeart/2005/8/layout/orgChart1"/>
    <dgm:cxn modelId="{9D151346-9D01-4501-A5D2-05AAC8E43844}" type="presOf" srcId="{9F725B02-6E85-4887-8D8B-9306B1D3AB18}" destId="{060ACBB8-EB96-4241-88F8-0A4B28010FA5}" srcOrd="0" destOrd="0" presId="urn:microsoft.com/office/officeart/2005/8/layout/orgChart1"/>
    <dgm:cxn modelId="{E5BCC7D4-C778-4DFA-9D99-D4CCA6E21C4C}" type="presOf" srcId="{02E01EF1-C250-4B76-9AAA-4A4D9BCAEAE0}" destId="{AB1BFC6C-8F27-4F6C-97A6-D6FB13839B51}" srcOrd="0" destOrd="0" presId="urn:microsoft.com/office/officeart/2005/8/layout/orgChart1"/>
    <dgm:cxn modelId="{79C1DC50-BE1A-4B01-A9CF-B533299D421C}" type="presOf" srcId="{EFAA1426-84F3-4105-B915-EC8BECDA4C5D}" destId="{4D520FF4-990B-4A55-A2D2-83A63539A647}" srcOrd="0" destOrd="0" presId="urn:microsoft.com/office/officeart/2005/8/layout/orgChart1"/>
    <dgm:cxn modelId="{380037F8-4EB3-4846-9D1F-E132FED828F8}" type="presOf" srcId="{97DF12F3-EBEE-4710-B22F-47A71C2D3BA0}" destId="{A827EF7B-3FD3-4F9A-8747-368E792DAF1A}" srcOrd="0" destOrd="0" presId="urn:microsoft.com/office/officeart/2005/8/layout/orgChart1"/>
    <dgm:cxn modelId="{3715A702-2990-4779-853F-F58E6308CCAC}" type="presOf" srcId="{F6D9FE41-73BC-40EF-BC24-17E24345C112}" destId="{7F34AD9F-69E3-46E3-9A0D-23B0CDB74BF3}" srcOrd="0" destOrd="0" presId="urn:microsoft.com/office/officeart/2005/8/layout/orgChart1"/>
    <dgm:cxn modelId="{59C40AFD-10D9-4E4B-BECD-6F06668E797D}" srcId="{65C778D0-7669-4D4B-B4D6-4CD1381A0BF3}" destId="{1256CB85-BA23-4513-9CCD-B3AE1CAF87CC}" srcOrd="0" destOrd="0" parTransId="{F5F23906-48D7-4EF9-A256-60463F51DB60}" sibTransId="{ADBE4A46-BE9F-481C-B56C-B6B8EDD11E1E}"/>
    <dgm:cxn modelId="{AB312A38-ACB4-41A2-A988-39AECE046E4D}" type="presOf" srcId="{F5F23906-48D7-4EF9-A256-60463F51DB60}" destId="{50609ABF-9BA2-4F31-946D-BF9C35D435FA}" srcOrd="0" destOrd="0" presId="urn:microsoft.com/office/officeart/2005/8/layout/orgChart1"/>
    <dgm:cxn modelId="{DF4A1E84-C851-4C3D-B0C5-275D06AC7C84}" type="presOf" srcId="{E5CCB25E-C655-4324-8217-14EF320224DF}" destId="{BE086ED0-A51B-4215-B42F-E94C05C504E5}" srcOrd="0" destOrd="0" presId="urn:microsoft.com/office/officeart/2005/8/layout/orgChart1"/>
    <dgm:cxn modelId="{0FFBBE3C-75C4-4EC4-925D-0B374733E7CD}" type="presOf" srcId="{422C33F5-672E-4B0C-B552-ED3DD9F2941B}" destId="{0F256B01-4570-4068-A359-7B9777BAC5E2}" srcOrd="0" destOrd="0" presId="urn:microsoft.com/office/officeart/2005/8/layout/orgChart1"/>
    <dgm:cxn modelId="{F07FBA25-C6BC-4DC2-AEBC-1082D32992C1}" type="presParOf" srcId="{7F34AD9F-69E3-46E3-9A0D-23B0CDB74BF3}" destId="{34D71FE7-425F-4EE3-AFDF-AA9C0005EC00}" srcOrd="0" destOrd="0" presId="urn:microsoft.com/office/officeart/2005/8/layout/orgChart1"/>
    <dgm:cxn modelId="{751D16DE-4A9C-415E-B6D6-D9F5646A95FF}" type="presParOf" srcId="{34D71FE7-425F-4EE3-AFDF-AA9C0005EC00}" destId="{F1890DE0-7062-4AEE-90BD-8033034F9ABC}" srcOrd="0" destOrd="0" presId="urn:microsoft.com/office/officeart/2005/8/layout/orgChart1"/>
    <dgm:cxn modelId="{3B5924F0-87EB-4C5D-96DD-47C6E12902EE}" type="presParOf" srcId="{F1890DE0-7062-4AEE-90BD-8033034F9ABC}" destId="{1619B013-66DD-4112-A89F-479A43573186}" srcOrd="0" destOrd="0" presId="urn:microsoft.com/office/officeart/2005/8/layout/orgChart1"/>
    <dgm:cxn modelId="{71F2C5F0-D9DD-4B50-9615-DC8CA0816F25}" type="presParOf" srcId="{F1890DE0-7062-4AEE-90BD-8033034F9ABC}" destId="{61BDDE93-DD40-4087-A945-D2649C41B8E9}" srcOrd="1" destOrd="0" presId="urn:microsoft.com/office/officeart/2005/8/layout/orgChart1"/>
    <dgm:cxn modelId="{149DBEB9-E880-4978-872F-A0E3A62C79AE}" type="presParOf" srcId="{34D71FE7-425F-4EE3-AFDF-AA9C0005EC00}" destId="{8441C452-B462-474B-A346-A7EFDCA3D2F1}" srcOrd="1" destOrd="0" presId="urn:microsoft.com/office/officeart/2005/8/layout/orgChart1"/>
    <dgm:cxn modelId="{05D3FE71-ED22-4CE2-BDCB-0D0ADA734211}" type="presParOf" srcId="{8441C452-B462-474B-A346-A7EFDCA3D2F1}" destId="{3193C511-743D-4E69-9E1D-0740D16ABB9F}" srcOrd="0" destOrd="0" presId="urn:microsoft.com/office/officeart/2005/8/layout/orgChart1"/>
    <dgm:cxn modelId="{F62ECE26-B7E0-4326-B0C1-CBC4F28BF0E1}" type="presParOf" srcId="{8441C452-B462-474B-A346-A7EFDCA3D2F1}" destId="{AEC697C2-71C9-4A4D-B40B-8D6A25D4588F}" srcOrd="1" destOrd="0" presId="urn:microsoft.com/office/officeart/2005/8/layout/orgChart1"/>
    <dgm:cxn modelId="{EF4D82ED-159B-4F06-A2D5-8B382CF5CCFE}" type="presParOf" srcId="{AEC697C2-71C9-4A4D-B40B-8D6A25D4588F}" destId="{29C8B329-CD3B-4C38-8238-BEF64227BD43}" srcOrd="0" destOrd="0" presId="urn:microsoft.com/office/officeart/2005/8/layout/orgChart1"/>
    <dgm:cxn modelId="{DB833EBF-4FAF-4E26-BE9F-746AA87B2667}" type="presParOf" srcId="{29C8B329-CD3B-4C38-8238-BEF64227BD43}" destId="{BE086ED0-A51B-4215-B42F-E94C05C504E5}" srcOrd="0" destOrd="0" presId="urn:microsoft.com/office/officeart/2005/8/layout/orgChart1"/>
    <dgm:cxn modelId="{E405D1BC-55C5-46DA-A452-1AD17F91D406}" type="presParOf" srcId="{29C8B329-CD3B-4C38-8238-BEF64227BD43}" destId="{72AC598E-578D-4A32-8CE1-C7314E12EC37}" srcOrd="1" destOrd="0" presId="urn:microsoft.com/office/officeart/2005/8/layout/orgChart1"/>
    <dgm:cxn modelId="{94322454-20D4-48DE-9009-794CCE7373FC}" type="presParOf" srcId="{AEC697C2-71C9-4A4D-B40B-8D6A25D4588F}" destId="{F6C77B8F-08AB-43F7-A50B-D3EF073FC12A}" srcOrd="1" destOrd="0" presId="urn:microsoft.com/office/officeart/2005/8/layout/orgChart1"/>
    <dgm:cxn modelId="{7B25ACB2-CF47-4C73-9C55-D186702A0C5D}" type="presParOf" srcId="{F6C77B8F-08AB-43F7-A50B-D3EF073FC12A}" destId="{E6B87659-DCA8-4621-B7CA-CA955397BA11}" srcOrd="0" destOrd="0" presId="urn:microsoft.com/office/officeart/2005/8/layout/orgChart1"/>
    <dgm:cxn modelId="{81C18708-1973-449C-BB23-2B93A33002AC}" type="presParOf" srcId="{F6C77B8F-08AB-43F7-A50B-D3EF073FC12A}" destId="{CC374027-09BA-4FC7-8623-E69442FA328E}" srcOrd="1" destOrd="0" presId="urn:microsoft.com/office/officeart/2005/8/layout/orgChart1"/>
    <dgm:cxn modelId="{F8287993-CC59-463B-B27E-28C3A0FB3FE2}" type="presParOf" srcId="{CC374027-09BA-4FC7-8623-E69442FA328E}" destId="{2AE9A917-15E5-4688-BA26-130AE0D5AACB}" srcOrd="0" destOrd="0" presId="urn:microsoft.com/office/officeart/2005/8/layout/orgChart1"/>
    <dgm:cxn modelId="{6E9EF4A3-75A8-45FE-A356-30A1D3B02E44}" type="presParOf" srcId="{2AE9A917-15E5-4688-BA26-130AE0D5AACB}" destId="{52D48C03-8467-41A2-BB1B-AA409C672855}" srcOrd="0" destOrd="0" presId="urn:microsoft.com/office/officeart/2005/8/layout/orgChart1"/>
    <dgm:cxn modelId="{A1995A95-04D6-4EF9-9780-CB1DECE05EEC}" type="presParOf" srcId="{2AE9A917-15E5-4688-BA26-130AE0D5AACB}" destId="{3FE6DC64-57E8-4D54-A2F6-7F35A6B26A3C}" srcOrd="1" destOrd="0" presId="urn:microsoft.com/office/officeart/2005/8/layout/orgChart1"/>
    <dgm:cxn modelId="{EC6824DF-C822-4003-B7D8-9310B53DBF6B}" type="presParOf" srcId="{CC374027-09BA-4FC7-8623-E69442FA328E}" destId="{87A74855-54C6-406F-A62A-3F4DC0154CAD}" srcOrd="1" destOrd="0" presId="urn:microsoft.com/office/officeart/2005/8/layout/orgChart1"/>
    <dgm:cxn modelId="{E39036D7-4DF9-48CA-969F-D770D6012FE8}" type="presParOf" srcId="{CC374027-09BA-4FC7-8623-E69442FA328E}" destId="{108F2F3E-224C-40C0-90FA-92628D65C6E0}" srcOrd="2" destOrd="0" presId="urn:microsoft.com/office/officeart/2005/8/layout/orgChart1"/>
    <dgm:cxn modelId="{ECCBD34D-DDEB-40C6-924E-80BE3640BBC7}" type="presParOf" srcId="{F6C77B8F-08AB-43F7-A50B-D3EF073FC12A}" destId="{060ACBB8-EB96-4241-88F8-0A4B28010FA5}" srcOrd="2" destOrd="0" presId="urn:microsoft.com/office/officeart/2005/8/layout/orgChart1"/>
    <dgm:cxn modelId="{520C1B58-7E16-4140-AA8E-E31252D3115A}" type="presParOf" srcId="{F6C77B8F-08AB-43F7-A50B-D3EF073FC12A}" destId="{5980EB20-8273-42D1-BD97-ABD17A5CBBD6}" srcOrd="3" destOrd="0" presId="urn:microsoft.com/office/officeart/2005/8/layout/orgChart1"/>
    <dgm:cxn modelId="{CD8ACCFD-2372-4ACC-8FC1-A413344822D1}" type="presParOf" srcId="{5980EB20-8273-42D1-BD97-ABD17A5CBBD6}" destId="{5B352A79-DAF3-4A09-B119-42431B557B32}" srcOrd="0" destOrd="0" presId="urn:microsoft.com/office/officeart/2005/8/layout/orgChart1"/>
    <dgm:cxn modelId="{94115041-7330-4F5C-9EEA-0A280C7FEF21}" type="presParOf" srcId="{5B352A79-DAF3-4A09-B119-42431B557B32}" destId="{06EACE6F-B329-4F8A-9DF8-AA96E79B9847}" srcOrd="0" destOrd="0" presId="urn:microsoft.com/office/officeart/2005/8/layout/orgChart1"/>
    <dgm:cxn modelId="{D1ABDD1B-188B-426E-B37B-EB699F51EBFC}" type="presParOf" srcId="{5B352A79-DAF3-4A09-B119-42431B557B32}" destId="{88497726-0A8F-4453-B9B5-15C1B21B5E45}" srcOrd="1" destOrd="0" presId="urn:microsoft.com/office/officeart/2005/8/layout/orgChart1"/>
    <dgm:cxn modelId="{108337F9-F8DE-494D-81A2-A3FBCB5BECCA}" type="presParOf" srcId="{5980EB20-8273-42D1-BD97-ABD17A5CBBD6}" destId="{8763669A-C80D-4647-AE45-C7B6A524B694}" srcOrd="1" destOrd="0" presId="urn:microsoft.com/office/officeart/2005/8/layout/orgChart1"/>
    <dgm:cxn modelId="{33A7FA83-DA63-4793-B901-1FFF5EB75D97}" type="presParOf" srcId="{5980EB20-8273-42D1-BD97-ABD17A5CBBD6}" destId="{8344D6D7-7134-46C5-A89C-8651C601C900}" srcOrd="2" destOrd="0" presId="urn:microsoft.com/office/officeart/2005/8/layout/orgChart1"/>
    <dgm:cxn modelId="{4827263B-6E63-4BA1-848F-BE341C051868}" type="presParOf" srcId="{F6C77B8F-08AB-43F7-A50B-D3EF073FC12A}" destId="{077A16B0-89CC-4A48-832B-C25F0878DF36}" srcOrd="4" destOrd="0" presId="urn:microsoft.com/office/officeart/2005/8/layout/orgChart1"/>
    <dgm:cxn modelId="{29603BA0-5383-40E2-BAF8-1D461FA97F74}" type="presParOf" srcId="{F6C77B8F-08AB-43F7-A50B-D3EF073FC12A}" destId="{03EBD7C5-A39C-4D61-8FC1-A64B1467CAC0}" srcOrd="5" destOrd="0" presId="urn:microsoft.com/office/officeart/2005/8/layout/orgChart1"/>
    <dgm:cxn modelId="{54473FDE-D005-4AB6-8B52-BBB8FFD153D0}" type="presParOf" srcId="{03EBD7C5-A39C-4D61-8FC1-A64B1467CAC0}" destId="{58D4601D-84E2-4FE4-9772-953F092AA6C0}" srcOrd="0" destOrd="0" presId="urn:microsoft.com/office/officeart/2005/8/layout/orgChart1"/>
    <dgm:cxn modelId="{5B36FFF1-07BD-4FF7-B575-6614AC8C498F}" type="presParOf" srcId="{58D4601D-84E2-4FE4-9772-953F092AA6C0}" destId="{A1098950-1343-4150-AB97-8EE58E881BBC}" srcOrd="0" destOrd="0" presId="urn:microsoft.com/office/officeart/2005/8/layout/orgChart1"/>
    <dgm:cxn modelId="{F2789A89-0EA5-468C-A6BC-70300293FD29}" type="presParOf" srcId="{58D4601D-84E2-4FE4-9772-953F092AA6C0}" destId="{8AE016EA-9964-4DAC-9E10-04A800F48939}" srcOrd="1" destOrd="0" presId="urn:microsoft.com/office/officeart/2005/8/layout/orgChart1"/>
    <dgm:cxn modelId="{1774AEBA-8695-467D-8442-81EA4592AEAA}" type="presParOf" srcId="{03EBD7C5-A39C-4D61-8FC1-A64B1467CAC0}" destId="{15841B15-E005-4D95-8111-4450B8F876B0}" srcOrd="1" destOrd="0" presId="urn:microsoft.com/office/officeart/2005/8/layout/orgChart1"/>
    <dgm:cxn modelId="{AE8A8B50-7862-4D15-AD30-5B8AB46143C7}" type="presParOf" srcId="{03EBD7C5-A39C-4D61-8FC1-A64B1467CAC0}" destId="{7CF4B498-9CDD-47B9-8839-31BBDAE1014A}" srcOrd="2" destOrd="0" presId="urn:microsoft.com/office/officeart/2005/8/layout/orgChart1"/>
    <dgm:cxn modelId="{5604B73C-BB44-49E9-B431-B567EBC50C8C}" type="presParOf" srcId="{AEC697C2-71C9-4A4D-B40B-8D6A25D4588F}" destId="{A8570125-FF94-48DF-8A90-5A3103E80F89}" srcOrd="2" destOrd="0" presId="urn:microsoft.com/office/officeart/2005/8/layout/orgChart1"/>
    <dgm:cxn modelId="{778E4F83-E21C-40BD-8BFB-37F21C331491}" type="presParOf" srcId="{8441C452-B462-474B-A346-A7EFDCA3D2F1}" destId="{CD932D47-FAA9-4BEA-94A0-664BBD2AA555}" srcOrd="2" destOrd="0" presId="urn:microsoft.com/office/officeart/2005/8/layout/orgChart1"/>
    <dgm:cxn modelId="{D138C8AF-0983-436B-85BA-3468663ADA6C}" type="presParOf" srcId="{8441C452-B462-474B-A346-A7EFDCA3D2F1}" destId="{F2359C8B-E123-493B-9B89-048E791E2169}" srcOrd="3" destOrd="0" presId="urn:microsoft.com/office/officeart/2005/8/layout/orgChart1"/>
    <dgm:cxn modelId="{4B6272E4-3BD0-4958-B04F-02B9B460D6B7}" type="presParOf" srcId="{F2359C8B-E123-493B-9B89-048E791E2169}" destId="{06B18B84-A25A-49BC-B35C-E8EA5DA8EA83}" srcOrd="0" destOrd="0" presId="urn:microsoft.com/office/officeart/2005/8/layout/orgChart1"/>
    <dgm:cxn modelId="{AB18E783-8BA1-4992-9C02-B5449D94BA52}" type="presParOf" srcId="{06B18B84-A25A-49BC-B35C-E8EA5DA8EA83}" destId="{A92999D2-594E-4F7C-AC3B-8EAC9358F8AD}" srcOrd="0" destOrd="0" presId="urn:microsoft.com/office/officeart/2005/8/layout/orgChart1"/>
    <dgm:cxn modelId="{C640B0E6-2BE2-47F8-806A-72709FAA6D76}" type="presParOf" srcId="{06B18B84-A25A-49BC-B35C-E8EA5DA8EA83}" destId="{EB5C76B9-D527-4D3B-989E-1EAE2115F0ED}" srcOrd="1" destOrd="0" presId="urn:microsoft.com/office/officeart/2005/8/layout/orgChart1"/>
    <dgm:cxn modelId="{F3E93CA6-5E5F-42AA-BACF-D903F5F312C8}" type="presParOf" srcId="{F2359C8B-E123-493B-9B89-048E791E2169}" destId="{E6E0D52E-2965-4827-BB76-3FC5E37FA703}" srcOrd="1" destOrd="0" presId="urn:microsoft.com/office/officeart/2005/8/layout/orgChart1"/>
    <dgm:cxn modelId="{60FE7FA4-E41D-4C01-A8A1-DAC83166B036}" type="presParOf" srcId="{E6E0D52E-2965-4827-BB76-3FC5E37FA703}" destId="{AD79323F-1B49-4729-A289-6D620D749A9F}" srcOrd="0" destOrd="0" presId="urn:microsoft.com/office/officeart/2005/8/layout/orgChart1"/>
    <dgm:cxn modelId="{6CC9C66A-68CF-4C58-AAC9-68F3E792F9F7}" type="presParOf" srcId="{E6E0D52E-2965-4827-BB76-3FC5E37FA703}" destId="{E44A8880-D179-421A-BDBE-FF75BD67D32D}" srcOrd="1" destOrd="0" presId="urn:microsoft.com/office/officeart/2005/8/layout/orgChart1"/>
    <dgm:cxn modelId="{938A028E-DC9F-4039-96B5-30472CF4B435}" type="presParOf" srcId="{E44A8880-D179-421A-BDBE-FF75BD67D32D}" destId="{E942DB70-7965-43C8-A044-BC36341C1459}" srcOrd="0" destOrd="0" presId="urn:microsoft.com/office/officeart/2005/8/layout/orgChart1"/>
    <dgm:cxn modelId="{79043B97-EBA6-4170-B039-EF93EEE867F5}" type="presParOf" srcId="{E942DB70-7965-43C8-A044-BC36341C1459}" destId="{471E24C0-93B7-4A88-8409-904FB0ABBFE3}" srcOrd="0" destOrd="0" presId="urn:microsoft.com/office/officeart/2005/8/layout/orgChart1"/>
    <dgm:cxn modelId="{7A95D783-8376-4CF6-B518-431DDFF2F5EE}" type="presParOf" srcId="{E942DB70-7965-43C8-A044-BC36341C1459}" destId="{003BFD0D-2BBC-46B3-A380-154B3A06829E}" srcOrd="1" destOrd="0" presId="urn:microsoft.com/office/officeart/2005/8/layout/orgChart1"/>
    <dgm:cxn modelId="{7E903E99-F7C6-45E7-92F0-399E9BDD94BD}" type="presParOf" srcId="{E44A8880-D179-421A-BDBE-FF75BD67D32D}" destId="{F7C775FA-93FB-4EFB-B25E-9EAAFE65ED7B}" srcOrd="1" destOrd="0" presId="urn:microsoft.com/office/officeart/2005/8/layout/orgChart1"/>
    <dgm:cxn modelId="{8CAD1E39-B931-4B1A-918F-045549573260}" type="presParOf" srcId="{E44A8880-D179-421A-BDBE-FF75BD67D32D}" destId="{4714D7A2-A307-4028-BB69-263A46444659}" srcOrd="2" destOrd="0" presId="urn:microsoft.com/office/officeart/2005/8/layout/orgChart1"/>
    <dgm:cxn modelId="{A7FC8E37-8F35-4B24-9F09-AA247AB10C6B}" type="presParOf" srcId="{E6E0D52E-2965-4827-BB76-3FC5E37FA703}" destId="{F67BB4F9-FCC2-4C90-A5EA-73862D03E224}" srcOrd="2" destOrd="0" presId="urn:microsoft.com/office/officeart/2005/8/layout/orgChart1"/>
    <dgm:cxn modelId="{D18709D6-29F0-444D-8369-9F2144CCE5E6}" type="presParOf" srcId="{E6E0D52E-2965-4827-BB76-3FC5E37FA703}" destId="{61EFBF08-F3FD-4234-850E-27EEB7C3840C}" srcOrd="3" destOrd="0" presId="urn:microsoft.com/office/officeart/2005/8/layout/orgChart1"/>
    <dgm:cxn modelId="{3C7A0B01-73F7-47E5-AAEC-A6363F71070B}" type="presParOf" srcId="{61EFBF08-F3FD-4234-850E-27EEB7C3840C}" destId="{C399CF59-6DE0-47AF-AB0B-69A396442F8E}" srcOrd="0" destOrd="0" presId="urn:microsoft.com/office/officeart/2005/8/layout/orgChart1"/>
    <dgm:cxn modelId="{5A0F974B-97E4-474F-9563-ED25F2312DA5}" type="presParOf" srcId="{C399CF59-6DE0-47AF-AB0B-69A396442F8E}" destId="{0F256B01-4570-4068-A359-7B9777BAC5E2}" srcOrd="0" destOrd="0" presId="urn:microsoft.com/office/officeart/2005/8/layout/orgChart1"/>
    <dgm:cxn modelId="{4512AA13-982A-43F3-A3C2-099BAE23C5BC}" type="presParOf" srcId="{C399CF59-6DE0-47AF-AB0B-69A396442F8E}" destId="{B7FD21A3-9BC2-4ED9-A7A1-C733E512343E}" srcOrd="1" destOrd="0" presId="urn:microsoft.com/office/officeart/2005/8/layout/orgChart1"/>
    <dgm:cxn modelId="{7C66D77C-270A-47C5-826C-156A24AD9CAF}" type="presParOf" srcId="{61EFBF08-F3FD-4234-850E-27EEB7C3840C}" destId="{C77B128E-43FB-4EA9-8528-90CD104B401C}" srcOrd="1" destOrd="0" presId="urn:microsoft.com/office/officeart/2005/8/layout/orgChart1"/>
    <dgm:cxn modelId="{3770A1CF-1B03-42F3-B430-3A34B94C127C}" type="presParOf" srcId="{C77B128E-43FB-4EA9-8528-90CD104B401C}" destId="{A827EF7B-3FD3-4F9A-8747-368E792DAF1A}" srcOrd="0" destOrd="0" presId="urn:microsoft.com/office/officeart/2005/8/layout/orgChart1"/>
    <dgm:cxn modelId="{F5B9182F-23C0-4256-9C30-311EB1424486}" type="presParOf" srcId="{C77B128E-43FB-4EA9-8528-90CD104B401C}" destId="{63FC3916-A554-49C1-891A-AA19B7D5C0B3}" srcOrd="1" destOrd="0" presId="urn:microsoft.com/office/officeart/2005/8/layout/orgChart1"/>
    <dgm:cxn modelId="{67075589-24A1-46D9-B0B6-01F9024F306D}" type="presParOf" srcId="{63FC3916-A554-49C1-891A-AA19B7D5C0B3}" destId="{E6035742-818A-478F-A019-62950F9AF1A5}" srcOrd="0" destOrd="0" presId="urn:microsoft.com/office/officeart/2005/8/layout/orgChart1"/>
    <dgm:cxn modelId="{191B8C0A-043C-425B-A64E-571CABF0BE39}" type="presParOf" srcId="{E6035742-818A-478F-A019-62950F9AF1A5}" destId="{E92B3A66-DD20-43A7-B574-7DCF7E4CEB01}" srcOrd="0" destOrd="0" presId="urn:microsoft.com/office/officeart/2005/8/layout/orgChart1"/>
    <dgm:cxn modelId="{4AD3B3E7-1C11-4235-A2FD-87434294135A}" type="presParOf" srcId="{E6035742-818A-478F-A019-62950F9AF1A5}" destId="{9D3CD290-6F82-471F-948C-49054C263DDB}" srcOrd="1" destOrd="0" presId="urn:microsoft.com/office/officeart/2005/8/layout/orgChart1"/>
    <dgm:cxn modelId="{56C8155D-6F6F-45B3-A6C8-FD8594BBDC5A}" type="presParOf" srcId="{63FC3916-A554-49C1-891A-AA19B7D5C0B3}" destId="{5FB6C452-5109-44F6-ADC6-6176B854ABBC}" srcOrd="1" destOrd="0" presId="urn:microsoft.com/office/officeart/2005/8/layout/orgChart1"/>
    <dgm:cxn modelId="{C6537453-EBEA-4452-8490-3F0CAFD8A116}" type="presParOf" srcId="{63FC3916-A554-49C1-891A-AA19B7D5C0B3}" destId="{218FC863-11ED-4535-80E2-521960AC596D}" srcOrd="2" destOrd="0" presId="urn:microsoft.com/office/officeart/2005/8/layout/orgChart1"/>
    <dgm:cxn modelId="{EBD44252-CC23-41D9-9668-B447D9A325F5}" type="presParOf" srcId="{C77B128E-43FB-4EA9-8528-90CD104B401C}" destId="{E40D1708-260F-4EE2-8BF4-0AF5CCE2572C}" srcOrd="2" destOrd="0" presId="urn:microsoft.com/office/officeart/2005/8/layout/orgChart1"/>
    <dgm:cxn modelId="{1C11B58D-9CA1-4F2A-A2F0-B8FD8CC0C23A}" type="presParOf" srcId="{C77B128E-43FB-4EA9-8528-90CD104B401C}" destId="{235B3544-6DF5-4DE6-B763-09C412CE3761}" srcOrd="3" destOrd="0" presId="urn:microsoft.com/office/officeart/2005/8/layout/orgChart1"/>
    <dgm:cxn modelId="{674D7059-A3ED-4FE5-A38A-6C05A456618D}" type="presParOf" srcId="{235B3544-6DF5-4DE6-B763-09C412CE3761}" destId="{14B40ABD-982E-4220-A243-0AD6F2C54601}" srcOrd="0" destOrd="0" presId="urn:microsoft.com/office/officeart/2005/8/layout/orgChart1"/>
    <dgm:cxn modelId="{F06B3815-06FE-4360-B50A-9D7A3413AC41}" type="presParOf" srcId="{14B40ABD-982E-4220-A243-0AD6F2C54601}" destId="{CB29D046-9C3E-498D-9B0F-548827F377BC}" srcOrd="0" destOrd="0" presId="urn:microsoft.com/office/officeart/2005/8/layout/orgChart1"/>
    <dgm:cxn modelId="{7EE001F9-A6CA-4732-8E98-B2CFA0BF330C}" type="presParOf" srcId="{14B40ABD-982E-4220-A243-0AD6F2C54601}" destId="{85433A55-D717-48BC-8149-9AC20B91C08B}" srcOrd="1" destOrd="0" presId="urn:microsoft.com/office/officeart/2005/8/layout/orgChart1"/>
    <dgm:cxn modelId="{42E91946-5766-4929-9851-D8ECAB35D1BF}" type="presParOf" srcId="{235B3544-6DF5-4DE6-B763-09C412CE3761}" destId="{2D342578-2CBA-4143-94A7-BD4245625C52}" srcOrd="1" destOrd="0" presId="urn:microsoft.com/office/officeart/2005/8/layout/orgChart1"/>
    <dgm:cxn modelId="{D8CF9FFD-07F7-4293-9B0B-55EB1411D8E9}" type="presParOf" srcId="{235B3544-6DF5-4DE6-B763-09C412CE3761}" destId="{382608F6-D16C-448E-8972-379705B77DAB}" srcOrd="2" destOrd="0" presId="urn:microsoft.com/office/officeart/2005/8/layout/orgChart1"/>
    <dgm:cxn modelId="{7BDD0EB8-A707-47A1-A7E8-FFE86A276ECD}" type="presParOf" srcId="{C77B128E-43FB-4EA9-8528-90CD104B401C}" destId="{4D520FF4-990B-4A55-A2D2-83A63539A647}" srcOrd="4" destOrd="0" presId="urn:microsoft.com/office/officeart/2005/8/layout/orgChart1"/>
    <dgm:cxn modelId="{DBB922EF-3ACF-4E0B-B427-A8F0483AE2CF}" type="presParOf" srcId="{C77B128E-43FB-4EA9-8528-90CD104B401C}" destId="{39C7AD21-223F-4497-88DB-891105BF6347}" srcOrd="5" destOrd="0" presId="urn:microsoft.com/office/officeart/2005/8/layout/orgChart1"/>
    <dgm:cxn modelId="{22F504E8-FCE9-4AF7-BF7E-840E4DCB323C}" type="presParOf" srcId="{39C7AD21-223F-4497-88DB-891105BF6347}" destId="{12AC61A5-FDF9-4F9F-B047-884F5393E4BE}" srcOrd="0" destOrd="0" presId="urn:microsoft.com/office/officeart/2005/8/layout/orgChart1"/>
    <dgm:cxn modelId="{188C1BB1-4F5F-4FC0-81C7-516376A1FEBA}" type="presParOf" srcId="{12AC61A5-FDF9-4F9F-B047-884F5393E4BE}" destId="{5A047950-A498-4E53-A417-C812BDE16A6B}" srcOrd="0" destOrd="0" presId="urn:microsoft.com/office/officeart/2005/8/layout/orgChart1"/>
    <dgm:cxn modelId="{B3CA591D-6F41-4EE9-A0D0-3CA2D508D0C7}" type="presParOf" srcId="{12AC61A5-FDF9-4F9F-B047-884F5393E4BE}" destId="{3B846DCB-5246-4C95-9EC1-CF6D85158CF9}" srcOrd="1" destOrd="0" presId="urn:microsoft.com/office/officeart/2005/8/layout/orgChart1"/>
    <dgm:cxn modelId="{DCE88FDE-7A45-465B-88AB-EC19F433A7C2}" type="presParOf" srcId="{39C7AD21-223F-4497-88DB-891105BF6347}" destId="{EB8432E4-ECAB-44FC-A1FD-6FA259D0157A}" srcOrd="1" destOrd="0" presId="urn:microsoft.com/office/officeart/2005/8/layout/orgChart1"/>
    <dgm:cxn modelId="{086D9844-5439-43D0-B725-B166726ED65A}" type="presParOf" srcId="{39C7AD21-223F-4497-88DB-891105BF6347}" destId="{EC22E159-6F1A-4F9B-AA55-923FC11AAEC4}" srcOrd="2" destOrd="0" presId="urn:microsoft.com/office/officeart/2005/8/layout/orgChart1"/>
    <dgm:cxn modelId="{4EF6DEEC-5B93-4785-836E-C9EF9B1C5AA7}" type="presParOf" srcId="{61EFBF08-F3FD-4234-850E-27EEB7C3840C}" destId="{9059E626-9BCA-4403-8BCF-1CFF5238A3C3}" srcOrd="2" destOrd="0" presId="urn:microsoft.com/office/officeart/2005/8/layout/orgChart1"/>
    <dgm:cxn modelId="{A894528A-F008-49E7-8343-7A5A6A7C5865}" type="presParOf" srcId="{E6E0D52E-2965-4827-BB76-3FC5E37FA703}" destId="{AB1BFC6C-8F27-4F6C-97A6-D6FB13839B51}" srcOrd="4" destOrd="0" presId="urn:microsoft.com/office/officeart/2005/8/layout/orgChart1"/>
    <dgm:cxn modelId="{759AE698-0D9E-4B82-81C1-70CDDDD62496}" type="presParOf" srcId="{E6E0D52E-2965-4827-BB76-3FC5E37FA703}" destId="{201740FA-0624-498F-9EAA-7E43A2DAA88B}" srcOrd="5" destOrd="0" presId="urn:microsoft.com/office/officeart/2005/8/layout/orgChart1"/>
    <dgm:cxn modelId="{0B33395B-2471-4BAF-8877-58AB272E3A43}" type="presParOf" srcId="{201740FA-0624-498F-9EAA-7E43A2DAA88B}" destId="{86A80C55-1065-4693-9799-84B06A0433A7}" srcOrd="0" destOrd="0" presId="urn:microsoft.com/office/officeart/2005/8/layout/orgChart1"/>
    <dgm:cxn modelId="{619AC8B1-FE75-49C9-8C73-30ECB4ED4757}" type="presParOf" srcId="{86A80C55-1065-4693-9799-84B06A0433A7}" destId="{F0E27AB9-22B8-45F7-A29B-1D5ABB37A7A1}" srcOrd="0" destOrd="0" presId="urn:microsoft.com/office/officeart/2005/8/layout/orgChart1"/>
    <dgm:cxn modelId="{4AC5C5D6-E211-44A8-9547-77065CBCD1D4}" type="presParOf" srcId="{86A80C55-1065-4693-9799-84B06A0433A7}" destId="{0AC2DA91-A00E-43D1-A5D1-CA5DB1708CE7}" srcOrd="1" destOrd="0" presId="urn:microsoft.com/office/officeart/2005/8/layout/orgChart1"/>
    <dgm:cxn modelId="{63F2558B-F9E1-45A1-93E8-001A7B00B1CB}" type="presParOf" srcId="{201740FA-0624-498F-9EAA-7E43A2DAA88B}" destId="{B32D8C34-E30F-4CA2-AD5C-0CA79DF6CA93}" srcOrd="1" destOrd="0" presId="urn:microsoft.com/office/officeart/2005/8/layout/orgChart1"/>
    <dgm:cxn modelId="{4D6202F7-348B-43A4-81C2-3AE8B15AEE32}" type="presParOf" srcId="{201740FA-0624-498F-9EAA-7E43A2DAA88B}" destId="{81C00972-281C-490F-815A-F836F9471161}" srcOrd="2" destOrd="0" presId="urn:microsoft.com/office/officeart/2005/8/layout/orgChart1"/>
    <dgm:cxn modelId="{FF7CFF6B-0E2A-4D5A-A59F-57F65ADD9F97}" type="presParOf" srcId="{E6E0D52E-2965-4827-BB76-3FC5E37FA703}" destId="{9D42B076-C679-4CE2-BF26-8BA0F459E855}" srcOrd="6" destOrd="0" presId="urn:microsoft.com/office/officeart/2005/8/layout/orgChart1"/>
    <dgm:cxn modelId="{5AF0473F-5C07-4492-8E2B-88C9091B1D43}" type="presParOf" srcId="{E6E0D52E-2965-4827-BB76-3FC5E37FA703}" destId="{E1E43C58-5AEB-473A-A912-49DFC2C8A53F}" srcOrd="7" destOrd="0" presId="urn:microsoft.com/office/officeart/2005/8/layout/orgChart1"/>
    <dgm:cxn modelId="{0297F8F0-BAF9-4AF9-A1AA-59542DFD9D40}" type="presParOf" srcId="{E1E43C58-5AEB-473A-A912-49DFC2C8A53F}" destId="{AF80B871-FC14-4B02-BFF4-4E410FA2564F}" srcOrd="0" destOrd="0" presId="urn:microsoft.com/office/officeart/2005/8/layout/orgChart1"/>
    <dgm:cxn modelId="{56C0ACFE-D7EA-4E7B-8126-6A5A14E3F697}" type="presParOf" srcId="{AF80B871-FC14-4B02-BFF4-4E410FA2564F}" destId="{6526E14F-2EB7-47D7-868A-C44A055D4594}" srcOrd="0" destOrd="0" presId="urn:microsoft.com/office/officeart/2005/8/layout/orgChart1"/>
    <dgm:cxn modelId="{5A4DC12A-BFC5-4BDC-A6E0-D0A74AC62D2D}" type="presParOf" srcId="{AF80B871-FC14-4B02-BFF4-4E410FA2564F}" destId="{6B9FBD9E-2002-4113-8EDF-34E3BA90846F}" srcOrd="1" destOrd="0" presId="urn:microsoft.com/office/officeart/2005/8/layout/orgChart1"/>
    <dgm:cxn modelId="{464F1A3F-57E2-4379-8E15-3B71C1175763}" type="presParOf" srcId="{E1E43C58-5AEB-473A-A912-49DFC2C8A53F}" destId="{EDD88F62-777B-4A85-B340-2CEA09FBE2E3}" srcOrd="1" destOrd="0" presId="urn:microsoft.com/office/officeart/2005/8/layout/orgChart1"/>
    <dgm:cxn modelId="{57E7D696-A135-40EE-9C32-AB53D37873A9}" type="presParOf" srcId="{E1E43C58-5AEB-473A-A912-49DFC2C8A53F}" destId="{1BBD8426-DCE1-428B-B8FD-F42A25503DE7}" srcOrd="2" destOrd="0" presId="urn:microsoft.com/office/officeart/2005/8/layout/orgChart1"/>
    <dgm:cxn modelId="{D664F73A-B719-480A-9E61-A991DD8A7127}" type="presParOf" srcId="{F2359C8B-E123-493B-9B89-048E791E2169}" destId="{63D30C63-A9CB-4538-8066-FCD31EE92EFD}" srcOrd="2" destOrd="0" presId="urn:microsoft.com/office/officeart/2005/8/layout/orgChart1"/>
    <dgm:cxn modelId="{C7DE1ECB-3EBA-48C0-8BB8-CB59B4D58402}" type="presParOf" srcId="{8441C452-B462-474B-A346-A7EFDCA3D2F1}" destId="{E3D46B2D-06D6-4D5B-AB6B-02310BD3571E}" srcOrd="4" destOrd="0" presId="urn:microsoft.com/office/officeart/2005/8/layout/orgChart1"/>
    <dgm:cxn modelId="{CFE9F783-AC9E-478C-921F-78DAAFB30762}" type="presParOf" srcId="{8441C452-B462-474B-A346-A7EFDCA3D2F1}" destId="{4BF979C6-F76A-412C-BBDF-F897DC87EE64}" srcOrd="5" destOrd="0" presId="urn:microsoft.com/office/officeart/2005/8/layout/orgChart1"/>
    <dgm:cxn modelId="{36B92423-578B-476D-A8C1-A207CF76CC9E}" type="presParOf" srcId="{4BF979C6-F76A-412C-BBDF-F897DC87EE64}" destId="{63D6E332-1CFE-41B8-B760-E0E052578F6C}" srcOrd="0" destOrd="0" presId="urn:microsoft.com/office/officeart/2005/8/layout/orgChart1"/>
    <dgm:cxn modelId="{291135B1-728E-4776-95C3-9ED838ACA1BB}" type="presParOf" srcId="{63D6E332-1CFE-41B8-B760-E0E052578F6C}" destId="{5B674A70-3154-4944-B2C8-8AFF4B2D7C3C}" srcOrd="0" destOrd="0" presId="urn:microsoft.com/office/officeart/2005/8/layout/orgChart1"/>
    <dgm:cxn modelId="{F90B635D-9953-43E0-9686-4C337A8DC5C7}" type="presParOf" srcId="{63D6E332-1CFE-41B8-B760-E0E052578F6C}" destId="{370DC1AA-D00A-4062-9EAA-2B2F33F61C82}" srcOrd="1" destOrd="0" presId="urn:microsoft.com/office/officeart/2005/8/layout/orgChart1"/>
    <dgm:cxn modelId="{588D91A8-E533-400A-B679-4C23F5ED1E1C}" type="presParOf" srcId="{4BF979C6-F76A-412C-BBDF-F897DC87EE64}" destId="{349A7559-2FB9-41B2-92EF-D297E9A3A3E9}" srcOrd="1" destOrd="0" presId="urn:microsoft.com/office/officeart/2005/8/layout/orgChart1"/>
    <dgm:cxn modelId="{DFB6072A-6189-4C10-A351-09DDB3D93B93}" type="presParOf" srcId="{349A7559-2FB9-41B2-92EF-D297E9A3A3E9}" destId="{50609ABF-9BA2-4F31-946D-BF9C35D435FA}" srcOrd="0" destOrd="0" presId="urn:microsoft.com/office/officeart/2005/8/layout/orgChart1"/>
    <dgm:cxn modelId="{40096BAA-4D46-4208-9C28-D7335014C4C3}" type="presParOf" srcId="{349A7559-2FB9-41B2-92EF-D297E9A3A3E9}" destId="{27CD699F-7113-4516-89F4-F2E20D446619}" srcOrd="1" destOrd="0" presId="urn:microsoft.com/office/officeart/2005/8/layout/orgChart1"/>
    <dgm:cxn modelId="{0D14E796-CD47-4341-B9CE-5C9296533516}" type="presParOf" srcId="{27CD699F-7113-4516-89F4-F2E20D446619}" destId="{DA47DD6C-2714-4E90-BF28-EEA552104C47}" srcOrd="0" destOrd="0" presId="urn:microsoft.com/office/officeart/2005/8/layout/orgChart1"/>
    <dgm:cxn modelId="{FB47155D-626B-4EC2-9849-9B5D1F0EBC00}" type="presParOf" srcId="{DA47DD6C-2714-4E90-BF28-EEA552104C47}" destId="{F225889A-7CC3-4DBC-816A-0F9DBFD05802}" srcOrd="0" destOrd="0" presId="urn:microsoft.com/office/officeart/2005/8/layout/orgChart1"/>
    <dgm:cxn modelId="{B51A868F-2A54-4E65-8F22-EE55B9A3FDC4}" type="presParOf" srcId="{DA47DD6C-2714-4E90-BF28-EEA552104C47}" destId="{A2A59F6A-7566-4E8D-8E63-E8C4DA376E5F}" srcOrd="1" destOrd="0" presId="urn:microsoft.com/office/officeart/2005/8/layout/orgChart1"/>
    <dgm:cxn modelId="{7C405A5E-128C-462D-91BE-9E39BD99C33A}" type="presParOf" srcId="{27CD699F-7113-4516-89F4-F2E20D446619}" destId="{4E517C8C-D5AB-45CF-A17D-B3EF77DDCBD8}" srcOrd="1" destOrd="0" presId="urn:microsoft.com/office/officeart/2005/8/layout/orgChart1"/>
    <dgm:cxn modelId="{37DE0FE8-1518-43A1-A97E-C93E13C3B972}" type="presParOf" srcId="{27CD699F-7113-4516-89F4-F2E20D446619}" destId="{0075BD85-BE26-4D98-8B51-585F347ED75B}" srcOrd="2" destOrd="0" presId="urn:microsoft.com/office/officeart/2005/8/layout/orgChart1"/>
    <dgm:cxn modelId="{CC909B77-FDC7-45B2-B403-0DCCA10F64AC}" type="presParOf" srcId="{4BF979C6-F76A-412C-BBDF-F897DC87EE64}" destId="{2B06B934-8BCE-4FFB-A955-DDA94526D187}" srcOrd="2" destOrd="0" presId="urn:microsoft.com/office/officeart/2005/8/layout/orgChart1"/>
    <dgm:cxn modelId="{AFB41816-E529-457C-910A-51FA7D4A6E57}" type="presParOf" srcId="{34D71FE7-425F-4EE3-AFDF-AA9C0005EC00}" destId="{E830106F-A813-48E5-A896-6C28DFD2EE3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B9845B-A027-464F-92EF-3B81329B509C}">
      <dsp:nvSpPr>
        <dsp:cNvPr id="0" name=""/>
        <dsp:cNvSpPr/>
      </dsp:nvSpPr>
      <dsp:spPr>
        <a:xfrm>
          <a:off x="2521945" y="6466"/>
          <a:ext cx="3813093" cy="120214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原始健檢資料</a:t>
          </a:r>
          <a:r>
            <a:rPr lang="en-US" altLang="zh-TW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/>
          </a:r>
          <a:br>
            <a:rPr lang="en-US" altLang="zh-TW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</a:b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（縱貫追蹤，約 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2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年一次）</a:t>
          </a:r>
          <a:endParaRPr lang="zh-TW" altLang="en-US" sz="10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557155" y="41676"/>
        <a:ext cx="3742673" cy="1131726"/>
      </dsp:txXfrm>
    </dsp:sp>
    <dsp:sp modelId="{9B0D91F0-F793-4E54-9810-4CE04E50E3B6}">
      <dsp:nvSpPr>
        <dsp:cNvPr id="0" name=""/>
        <dsp:cNvSpPr/>
      </dsp:nvSpPr>
      <dsp:spPr>
        <a:xfrm rot="5400000">
          <a:off x="4203089" y="1238666"/>
          <a:ext cx="450804" cy="540965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 rot="-5400000">
        <a:off x="4266202" y="1283747"/>
        <a:ext cx="324579" cy="315563"/>
      </dsp:txXfrm>
    </dsp:sp>
    <dsp:sp modelId="{FDE6F87F-F01D-4958-B5DC-B7125E261495}">
      <dsp:nvSpPr>
        <dsp:cNvPr id="0" name=""/>
        <dsp:cNvSpPr/>
      </dsp:nvSpPr>
      <dsp:spPr>
        <a:xfrm>
          <a:off x="2521945" y="1809685"/>
          <a:ext cx="3813093" cy="120214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資料前處理</a:t>
          </a:r>
        </a:p>
        <a:p>
          <a:pPr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篩選符合條件的受檢者（至少 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3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次健檢紀錄）</a:t>
          </a:r>
        </a:p>
        <a:p>
          <a:pPr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滑動窗口法擴增樣本</a:t>
          </a:r>
        </a:p>
        <a:p>
          <a:pPr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定義目標變數（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Y0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時間點的三高狀態）</a:t>
          </a:r>
          <a:endParaRPr lang="zh-TW" altLang="en-US" sz="10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557155" y="1844895"/>
        <a:ext cx="3742673" cy="1131726"/>
      </dsp:txXfrm>
    </dsp:sp>
    <dsp:sp modelId="{C6E5799D-2FD4-41A7-A468-2DF7852208F2}">
      <dsp:nvSpPr>
        <dsp:cNvPr id="0" name=""/>
        <dsp:cNvSpPr/>
      </dsp:nvSpPr>
      <dsp:spPr>
        <a:xfrm rot="5400000">
          <a:off x="4203089" y="3041885"/>
          <a:ext cx="450804" cy="540965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 rot="-5400000">
        <a:off x="4266202" y="3086966"/>
        <a:ext cx="324579" cy="315563"/>
      </dsp:txXfrm>
    </dsp:sp>
    <dsp:sp modelId="{97C09938-7EF6-4761-97A9-52DA624C4454}">
      <dsp:nvSpPr>
        <dsp:cNvPr id="0" name=""/>
        <dsp:cNvSpPr/>
      </dsp:nvSpPr>
      <dsp:spPr>
        <a:xfrm>
          <a:off x="2521945" y="3612904"/>
          <a:ext cx="3813093" cy="120214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特徵工程                                   </a:t>
          </a:r>
        </a:p>
        <a:p>
          <a:pPr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Y-2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時間點特徵（基線值）</a:t>
          </a:r>
        </a:p>
        <a:p>
          <a:pPr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Y-1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時間點特徵（最近一次健檢值）</a:t>
          </a:r>
        </a:p>
        <a:p>
          <a:pPr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l-GR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Δ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特徵（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Y-1 − Y-2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變化量）</a:t>
          </a:r>
          <a:endParaRPr lang="zh-TW" altLang="en-US" sz="10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557155" y="3648114"/>
        <a:ext cx="3742673" cy="1131726"/>
      </dsp:txXfrm>
    </dsp:sp>
    <dsp:sp modelId="{C27E9C2C-2BEF-4059-9B08-404786024CEE}">
      <dsp:nvSpPr>
        <dsp:cNvPr id="0" name=""/>
        <dsp:cNvSpPr/>
      </dsp:nvSpPr>
      <dsp:spPr>
        <a:xfrm rot="5400000">
          <a:off x="4203089" y="4845104"/>
          <a:ext cx="450804" cy="540965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000" kern="120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 rot="-5400000">
        <a:off x="4266202" y="4890185"/>
        <a:ext cx="324579" cy="315563"/>
      </dsp:txXfrm>
    </dsp:sp>
    <dsp:sp modelId="{BEB50BA1-020F-4EC8-A516-0D6F0F857114}">
      <dsp:nvSpPr>
        <dsp:cNvPr id="0" name=""/>
        <dsp:cNvSpPr/>
      </dsp:nvSpPr>
      <dsp:spPr>
        <a:xfrm>
          <a:off x="2521945" y="5416123"/>
          <a:ext cx="3813093" cy="120214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模型建立與評估                               </a:t>
          </a:r>
        </a:p>
        <a:p>
          <a:pPr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5-Fold </a:t>
          </a:r>
          <a:r>
            <a:rPr lang="en-US" altLang="en-US" sz="1000" kern="1200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StratifiedGroupKFold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交叉驗證</a:t>
          </a:r>
        </a:p>
        <a:p>
          <a:pPr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模型訓練（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LR, DT, RF, </a:t>
          </a:r>
          <a:r>
            <a:rPr lang="en-US" altLang="en-US" sz="1000" kern="1200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XGBoost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, MLP, SVM,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符號回歸）</a:t>
          </a:r>
        </a:p>
        <a:p>
          <a:pPr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效能評估（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AUC, Sensitivity, Specificity, F1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</a:t>
          </a:r>
        </a:p>
        <a:p>
          <a:pPr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消融實驗（</a:t>
          </a:r>
          <a:r>
            <a:rPr lang="el-GR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Δ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特徵、</a:t>
          </a:r>
          <a:r>
            <a:rPr lang="en-US" altLang="en-US" sz="1000" kern="1200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class_weight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</a:t>
          </a:r>
        </a:p>
        <a:p>
          <a:pPr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• 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可解釋性分析（</a:t>
          </a:r>
          <a:r>
            <a:rPr lang="en-US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SHAP</a:t>
          </a:r>
          <a:r>
            <a:rPr lang="zh-TW" altLang="en-US" sz="1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）</a:t>
          </a:r>
          <a:endParaRPr lang="zh-TW" altLang="en-US" sz="10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557155" y="5451333"/>
        <a:ext cx="3742673" cy="1131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609ABF-9BA2-4F31-946D-BF9C35D435FA}">
      <dsp:nvSpPr>
        <dsp:cNvPr id="0" name=""/>
        <dsp:cNvSpPr/>
      </dsp:nvSpPr>
      <dsp:spPr>
        <a:xfrm>
          <a:off x="5133919" y="1351990"/>
          <a:ext cx="125155" cy="3838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3809"/>
              </a:lnTo>
              <a:lnTo>
                <a:pt x="125155" y="383809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D46B2D-06D6-4D5B-AB6B-02310BD3571E}">
      <dsp:nvSpPr>
        <dsp:cNvPr id="0" name=""/>
        <dsp:cNvSpPr/>
      </dsp:nvSpPr>
      <dsp:spPr>
        <a:xfrm>
          <a:off x="2943704" y="759589"/>
          <a:ext cx="2523962" cy="175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608"/>
              </a:lnTo>
              <a:lnTo>
                <a:pt x="2523962" y="87608"/>
              </a:lnTo>
              <a:lnTo>
                <a:pt x="2523962" y="175217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42B076-C679-4CE2-BF26-8BA0F459E855}">
      <dsp:nvSpPr>
        <dsp:cNvPr id="0" name=""/>
        <dsp:cNvSpPr/>
      </dsp:nvSpPr>
      <dsp:spPr>
        <a:xfrm>
          <a:off x="3152295" y="1351990"/>
          <a:ext cx="1514377" cy="175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608"/>
              </a:lnTo>
              <a:lnTo>
                <a:pt x="1514377" y="87608"/>
              </a:lnTo>
              <a:lnTo>
                <a:pt x="1514377" y="175217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1BFC6C-8F27-4F6C-97A6-D6FB13839B51}">
      <dsp:nvSpPr>
        <dsp:cNvPr id="0" name=""/>
        <dsp:cNvSpPr/>
      </dsp:nvSpPr>
      <dsp:spPr>
        <a:xfrm>
          <a:off x="3152295" y="1351990"/>
          <a:ext cx="504792" cy="175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608"/>
              </a:lnTo>
              <a:lnTo>
                <a:pt x="504792" y="87608"/>
              </a:lnTo>
              <a:lnTo>
                <a:pt x="504792" y="175217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520FF4-990B-4A55-A2D2-83A63539A647}">
      <dsp:nvSpPr>
        <dsp:cNvPr id="0" name=""/>
        <dsp:cNvSpPr/>
      </dsp:nvSpPr>
      <dsp:spPr>
        <a:xfrm>
          <a:off x="2313756" y="1944391"/>
          <a:ext cx="125155" cy="15686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8611"/>
              </a:lnTo>
              <a:lnTo>
                <a:pt x="125155" y="1568611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0D1708-260F-4EE2-8BF4-0AF5CCE2572C}">
      <dsp:nvSpPr>
        <dsp:cNvPr id="0" name=""/>
        <dsp:cNvSpPr/>
      </dsp:nvSpPr>
      <dsp:spPr>
        <a:xfrm>
          <a:off x="2313756" y="1944391"/>
          <a:ext cx="125155" cy="9762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6210"/>
              </a:lnTo>
              <a:lnTo>
                <a:pt x="125155" y="97621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27EF7B-3FD3-4F9A-8747-368E792DAF1A}">
      <dsp:nvSpPr>
        <dsp:cNvPr id="0" name=""/>
        <dsp:cNvSpPr/>
      </dsp:nvSpPr>
      <dsp:spPr>
        <a:xfrm>
          <a:off x="2313756" y="1944391"/>
          <a:ext cx="125155" cy="3838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3809"/>
              </a:lnTo>
              <a:lnTo>
                <a:pt x="125155" y="383809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7BB4F9-FCC2-4C90-A5EA-73862D03E224}">
      <dsp:nvSpPr>
        <dsp:cNvPr id="0" name=""/>
        <dsp:cNvSpPr/>
      </dsp:nvSpPr>
      <dsp:spPr>
        <a:xfrm>
          <a:off x="2647503" y="1351990"/>
          <a:ext cx="504792" cy="175217"/>
        </a:xfrm>
        <a:custGeom>
          <a:avLst/>
          <a:gdLst/>
          <a:ahLst/>
          <a:cxnLst/>
          <a:rect l="0" t="0" r="0" b="0"/>
          <a:pathLst>
            <a:path>
              <a:moveTo>
                <a:pt x="504792" y="0"/>
              </a:moveTo>
              <a:lnTo>
                <a:pt x="504792" y="87608"/>
              </a:lnTo>
              <a:lnTo>
                <a:pt x="0" y="87608"/>
              </a:lnTo>
              <a:lnTo>
                <a:pt x="0" y="175217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79323F-1B49-4729-A289-6D620D749A9F}">
      <dsp:nvSpPr>
        <dsp:cNvPr id="0" name=""/>
        <dsp:cNvSpPr/>
      </dsp:nvSpPr>
      <dsp:spPr>
        <a:xfrm>
          <a:off x="1637918" y="1351990"/>
          <a:ext cx="1514377" cy="175217"/>
        </a:xfrm>
        <a:custGeom>
          <a:avLst/>
          <a:gdLst/>
          <a:ahLst/>
          <a:cxnLst/>
          <a:rect l="0" t="0" r="0" b="0"/>
          <a:pathLst>
            <a:path>
              <a:moveTo>
                <a:pt x="1514377" y="0"/>
              </a:moveTo>
              <a:lnTo>
                <a:pt x="1514377" y="87608"/>
              </a:lnTo>
              <a:lnTo>
                <a:pt x="0" y="87608"/>
              </a:lnTo>
              <a:lnTo>
                <a:pt x="0" y="175217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932D47-FAA9-4BEA-94A0-664BBD2AA555}">
      <dsp:nvSpPr>
        <dsp:cNvPr id="0" name=""/>
        <dsp:cNvSpPr/>
      </dsp:nvSpPr>
      <dsp:spPr>
        <a:xfrm>
          <a:off x="2943704" y="759589"/>
          <a:ext cx="208591" cy="175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608"/>
              </a:lnTo>
              <a:lnTo>
                <a:pt x="208591" y="87608"/>
              </a:lnTo>
              <a:lnTo>
                <a:pt x="208591" y="175217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7A16B0-89CC-4A48-832B-C25F0878DF36}">
      <dsp:nvSpPr>
        <dsp:cNvPr id="0" name=""/>
        <dsp:cNvSpPr/>
      </dsp:nvSpPr>
      <dsp:spPr>
        <a:xfrm>
          <a:off x="85994" y="1351990"/>
          <a:ext cx="125155" cy="15686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8611"/>
              </a:lnTo>
              <a:lnTo>
                <a:pt x="125155" y="1568611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0ACBB8-EB96-4241-88F8-0A4B28010FA5}">
      <dsp:nvSpPr>
        <dsp:cNvPr id="0" name=""/>
        <dsp:cNvSpPr/>
      </dsp:nvSpPr>
      <dsp:spPr>
        <a:xfrm>
          <a:off x="85994" y="1351990"/>
          <a:ext cx="125155" cy="9762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6210"/>
              </a:lnTo>
              <a:lnTo>
                <a:pt x="125155" y="97621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B87659-DCA8-4621-B7CA-CA955397BA11}">
      <dsp:nvSpPr>
        <dsp:cNvPr id="0" name=""/>
        <dsp:cNvSpPr/>
      </dsp:nvSpPr>
      <dsp:spPr>
        <a:xfrm>
          <a:off x="85994" y="1351990"/>
          <a:ext cx="125155" cy="3838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3809"/>
              </a:lnTo>
              <a:lnTo>
                <a:pt x="125155" y="383809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93C511-743D-4E69-9E1D-0740D16ABB9F}">
      <dsp:nvSpPr>
        <dsp:cNvPr id="0" name=""/>
        <dsp:cNvSpPr/>
      </dsp:nvSpPr>
      <dsp:spPr>
        <a:xfrm>
          <a:off x="419741" y="759589"/>
          <a:ext cx="2523962" cy="175217"/>
        </a:xfrm>
        <a:custGeom>
          <a:avLst/>
          <a:gdLst/>
          <a:ahLst/>
          <a:cxnLst/>
          <a:rect l="0" t="0" r="0" b="0"/>
          <a:pathLst>
            <a:path>
              <a:moveTo>
                <a:pt x="2523962" y="0"/>
              </a:moveTo>
              <a:lnTo>
                <a:pt x="2523962" y="87608"/>
              </a:lnTo>
              <a:lnTo>
                <a:pt x="0" y="87608"/>
              </a:lnTo>
              <a:lnTo>
                <a:pt x="0" y="175217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19B013-66DD-4112-A89F-479A43573186}">
      <dsp:nvSpPr>
        <dsp:cNvPr id="0" name=""/>
        <dsp:cNvSpPr/>
      </dsp:nvSpPr>
      <dsp:spPr>
        <a:xfrm>
          <a:off x="2526520" y="342405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預測模型</a:t>
          </a:r>
          <a:endParaRPr lang="zh-TW" altLang="en-US" sz="14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526520" y="342405"/>
        <a:ext cx="834367" cy="417183"/>
      </dsp:txXfrm>
    </dsp:sp>
    <dsp:sp modelId="{BE086ED0-A51B-4215-B42F-E94C05C504E5}">
      <dsp:nvSpPr>
        <dsp:cNvPr id="0" name=""/>
        <dsp:cNvSpPr/>
      </dsp:nvSpPr>
      <dsp:spPr>
        <a:xfrm>
          <a:off x="2557" y="934806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傳統統計</a:t>
          </a:r>
          <a:endParaRPr lang="en-US" altLang="zh-TW" sz="1400" kern="1200" dirty="0" smtClean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557" y="934806"/>
        <a:ext cx="834367" cy="417183"/>
      </dsp:txXfrm>
    </dsp:sp>
    <dsp:sp modelId="{52D48C03-8467-41A2-BB1B-AA409C672855}">
      <dsp:nvSpPr>
        <dsp:cNvPr id="0" name=""/>
        <dsp:cNvSpPr/>
      </dsp:nvSpPr>
      <dsp:spPr>
        <a:xfrm>
          <a:off x="211149" y="1527207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LR</a:t>
          </a:r>
        </a:p>
      </dsp:txBody>
      <dsp:txXfrm>
        <a:off x="211149" y="1527207"/>
        <a:ext cx="834367" cy="417183"/>
      </dsp:txXfrm>
    </dsp:sp>
    <dsp:sp modelId="{06EACE6F-B329-4F8A-9DF8-AA96E79B9847}">
      <dsp:nvSpPr>
        <dsp:cNvPr id="0" name=""/>
        <dsp:cNvSpPr/>
      </dsp:nvSpPr>
      <dsp:spPr>
        <a:xfrm>
          <a:off x="211149" y="2119608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NB</a:t>
          </a:r>
        </a:p>
      </dsp:txBody>
      <dsp:txXfrm>
        <a:off x="211149" y="2119608"/>
        <a:ext cx="834367" cy="417183"/>
      </dsp:txXfrm>
    </dsp:sp>
    <dsp:sp modelId="{A1098950-1343-4150-AB97-8EE58E881BBC}">
      <dsp:nvSpPr>
        <dsp:cNvPr id="0" name=""/>
        <dsp:cNvSpPr/>
      </dsp:nvSpPr>
      <dsp:spPr>
        <a:xfrm>
          <a:off x="211149" y="2712009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LDA</a:t>
          </a:r>
        </a:p>
      </dsp:txBody>
      <dsp:txXfrm>
        <a:off x="211149" y="2712009"/>
        <a:ext cx="834367" cy="417183"/>
      </dsp:txXfrm>
    </dsp:sp>
    <dsp:sp modelId="{A92999D2-594E-4F7C-AC3B-8EAC9358F8AD}">
      <dsp:nvSpPr>
        <dsp:cNvPr id="0" name=""/>
        <dsp:cNvSpPr/>
      </dsp:nvSpPr>
      <dsp:spPr>
        <a:xfrm>
          <a:off x="2735112" y="934806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機器學習</a:t>
          </a:r>
          <a:endParaRPr lang="zh-TW" altLang="en-US" sz="14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735112" y="934806"/>
        <a:ext cx="834367" cy="417183"/>
      </dsp:txXfrm>
    </dsp:sp>
    <dsp:sp modelId="{471E24C0-93B7-4A88-8409-904FB0ABBFE3}">
      <dsp:nvSpPr>
        <dsp:cNvPr id="0" name=""/>
        <dsp:cNvSpPr/>
      </dsp:nvSpPr>
      <dsp:spPr>
        <a:xfrm>
          <a:off x="1220734" y="1527207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KNN</a:t>
          </a:r>
          <a:endParaRPr lang="zh-TW" altLang="en-US" sz="14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1220734" y="1527207"/>
        <a:ext cx="834367" cy="417183"/>
      </dsp:txXfrm>
    </dsp:sp>
    <dsp:sp modelId="{0F256B01-4570-4068-A359-7B9777BAC5E2}">
      <dsp:nvSpPr>
        <dsp:cNvPr id="0" name=""/>
        <dsp:cNvSpPr/>
      </dsp:nvSpPr>
      <dsp:spPr>
        <a:xfrm>
          <a:off x="2230319" y="1527207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DT</a:t>
          </a:r>
          <a:endParaRPr lang="zh-TW" altLang="en-US" sz="14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230319" y="1527207"/>
        <a:ext cx="834367" cy="417183"/>
      </dsp:txXfrm>
    </dsp:sp>
    <dsp:sp modelId="{E92B3A66-DD20-43A7-B574-7DCF7E4CEB01}">
      <dsp:nvSpPr>
        <dsp:cNvPr id="0" name=""/>
        <dsp:cNvSpPr/>
      </dsp:nvSpPr>
      <dsp:spPr>
        <a:xfrm>
          <a:off x="2438911" y="2119608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RF</a:t>
          </a:r>
          <a:endParaRPr lang="zh-TW" altLang="en-US" sz="14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438911" y="2119608"/>
        <a:ext cx="834367" cy="417183"/>
      </dsp:txXfrm>
    </dsp:sp>
    <dsp:sp modelId="{CB29D046-9C3E-498D-9B0F-548827F377BC}">
      <dsp:nvSpPr>
        <dsp:cNvPr id="0" name=""/>
        <dsp:cNvSpPr/>
      </dsp:nvSpPr>
      <dsp:spPr>
        <a:xfrm>
          <a:off x="2438911" y="2712009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XGBoost</a:t>
          </a:r>
          <a:endParaRPr lang="zh-TW" altLang="en-US" sz="14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438911" y="2712009"/>
        <a:ext cx="834367" cy="417183"/>
      </dsp:txXfrm>
    </dsp:sp>
    <dsp:sp modelId="{5A047950-A498-4E53-A417-C812BDE16A6B}">
      <dsp:nvSpPr>
        <dsp:cNvPr id="0" name=""/>
        <dsp:cNvSpPr/>
      </dsp:nvSpPr>
      <dsp:spPr>
        <a:xfrm>
          <a:off x="2438911" y="3304410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LightGBM</a:t>
          </a:r>
          <a:endParaRPr lang="zh-TW" altLang="en-US" sz="14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2438911" y="3304410"/>
        <a:ext cx="834367" cy="417183"/>
      </dsp:txXfrm>
    </dsp:sp>
    <dsp:sp modelId="{F0E27AB9-22B8-45F7-A29B-1D5ABB37A7A1}">
      <dsp:nvSpPr>
        <dsp:cNvPr id="0" name=""/>
        <dsp:cNvSpPr/>
      </dsp:nvSpPr>
      <dsp:spPr>
        <a:xfrm>
          <a:off x="3239904" y="1527207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SVM</a:t>
          </a:r>
          <a:endParaRPr lang="zh-TW" altLang="en-US" sz="14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3239904" y="1527207"/>
        <a:ext cx="834367" cy="417183"/>
      </dsp:txXfrm>
    </dsp:sp>
    <dsp:sp modelId="{6526E14F-2EB7-47D7-868A-C44A055D4594}">
      <dsp:nvSpPr>
        <dsp:cNvPr id="0" name=""/>
        <dsp:cNvSpPr/>
      </dsp:nvSpPr>
      <dsp:spPr>
        <a:xfrm>
          <a:off x="4249489" y="1527207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MLP</a:t>
          </a:r>
          <a:endParaRPr lang="zh-TW" altLang="en-US" sz="14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4249489" y="1527207"/>
        <a:ext cx="834367" cy="417183"/>
      </dsp:txXfrm>
    </dsp:sp>
    <dsp:sp modelId="{5B674A70-3154-4944-B2C8-8AFF4B2D7C3C}">
      <dsp:nvSpPr>
        <dsp:cNvPr id="0" name=""/>
        <dsp:cNvSpPr/>
      </dsp:nvSpPr>
      <dsp:spPr>
        <a:xfrm>
          <a:off x="5050482" y="934806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符號回歸</a:t>
          </a:r>
          <a:endParaRPr lang="zh-TW" altLang="en-US" sz="14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5050482" y="934806"/>
        <a:ext cx="834367" cy="417183"/>
      </dsp:txXfrm>
    </dsp:sp>
    <dsp:sp modelId="{F225889A-7CC3-4DBC-816A-0F9DBFD05802}">
      <dsp:nvSpPr>
        <dsp:cNvPr id="0" name=""/>
        <dsp:cNvSpPr/>
      </dsp:nvSpPr>
      <dsp:spPr>
        <a:xfrm>
          <a:off x="5259074" y="1527207"/>
          <a:ext cx="834367" cy="417183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4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rPr>
            <a:t>SR</a:t>
          </a:r>
          <a:endParaRPr lang="zh-TW" altLang="en-US" sz="1400" kern="1200" dirty="0">
            <a:solidFill>
              <a:schemeClr val="tx1"/>
            </a:solidFill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endParaRPr>
        </a:p>
      </dsp:txBody>
      <dsp:txXfrm>
        <a:off x="5259074" y="1527207"/>
        <a:ext cx="834367" cy="4171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4E2B0-A8F6-417E-B341-E764BD2233E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58FA2-1510-49C4-9BA9-0CD0661F88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579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圖 </a:t>
            </a:r>
            <a:r>
              <a:rPr lang="en-US" altLang="zh-TW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3-1 </a:t>
            </a:r>
            <a:r>
              <a:rPr lang="zh-TW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研究架構圖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fig3-1_research_framework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D58FA2-1510-49C4-9BA9-0CD0661F881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62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3.1.1 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是時間軸設計圖</a:t>
            </a:r>
            <a:endParaRPr lang="en-US" altLang="zh-TW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fig3-1-1_timeline.png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D58FA2-1510-49C4-9BA9-0CD0661F881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0280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/>
          <p:cNvGraphicFramePr/>
          <p:nvPr>
            <p:extLst>
              <p:ext uri="{D42A27DB-BD31-4B8C-83A1-F6EECF244321}">
                <p14:modId xmlns:p14="http://schemas.microsoft.com/office/powerpoint/2010/main" val="4018497971"/>
              </p:ext>
            </p:extLst>
          </p:nvPr>
        </p:nvGraphicFramePr>
        <p:xfrm>
          <a:off x="179512" y="116632"/>
          <a:ext cx="8856984" cy="6624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038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單箭頭接點 2"/>
          <p:cNvCxnSpPr/>
          <p:nvPr/>
        </p:nvCxnSpPr>
        <p:spPr>
          <a:xfrm>
            <a:off x="1403648" y="949370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單箭頭接點 3"/>
          <p:cNvCxnSpPr/>
          <p:nvPr/>
        </p:nvCxnSpPr>
        <p:spPr>
          <a:xfrm>
            <a:off x="3131840" y="949370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922196" y="764704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Y-2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Y-1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403648" y="908720"/>
            <a:ext cx="3305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約兩年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 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約兩年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99592" y="1414517"/>
            <a:ext cx="5878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輸入特徵：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SBP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FBG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TC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Y-2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Y-1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時間點）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 Δ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變化量預測目標：是否罹患三高</a:t>
            </a:r>
          </a:p>
        </p:txBody>
      </p:sp>
    </p:spTree>
    <p:extLst>
      <p:ext uri="{BB962C8B-B14F-4D97-AF65-F5344CB8AC3E}">
        <p14:creationId xmlns:p14="http://schemas.microsoft.com/office/powerpoint/2010/main" val="3362909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資料庫圖表 1"/>
          <p:cNvGraphicFramePr/>
          <p:nvPr>
            <p:extLst>
              <p:ext uri="{D42A27DB-BD31-4B8C-83A1-F6EECF244321}">
                <p14:modId xmlns:p14="http://schemas.microsoft.com/office/powerpoint/2010/main" val="2620655420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8134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202</Words>
  <Application>Microsoft Office PowerPoint</Application>
  <PresentationFormat>如螢幕大小 (4:3)</PresentationFormat>
  <Paragraphs>38</Paragraphs>
  <Slides>3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紀伯喬</dc:creator>
  <cp:lastModifiedBy>紀伯喬</cp:lastModifiedBy>
  <cp:revision>8</cp:revision>
  <dcterms:created xsi:type="dcterms:W3CDTF">2025-12-31T07:27:44Z</dcterms:created>
  <dcterms:modified xsi:type="dcterms:W3CDTF">2026-06-27T07:03:00Z</dcterms:modified>
</cp:coreProperties>
</file>